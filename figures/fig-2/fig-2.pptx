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32" r:id="rId1"/>
  </p:sldMasterIdLst>
  <p:sldIdLst>
    <p:sldId id="258" r:id="rId2"/>
  </p:sldIdLst>
  <p:sldSz cx="6588125" cy="30607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71636"/>
    <a:srgbClr val="E06666"/>
    <a:srgbClr val="F1C330"/>
    <a:srgbClr val="6AA74F"/>
    <a:srgbClr val="D9EAD3"/>
    <a:srgbClr val="FFF3CC"/>
    <a:srgbClr val="F5CCCC"/>
    <a:srgbClr val="F1BFC1"/>
    <a:srgbClr val="E38587"/>
    <a:srgbClr val="BD000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8401"/>
    <p:restoredTop sz="94558"/>
  </p:normalViewPr>
  <p:slideViewPr>
    <p:cSldViewPr snapToGrid="0" snapToObjects="1">
      <p:cViewPr varScale="1">
        <p:scale>
          <a:sx n="212" d="100"/>
          <a:sy n="212" d="100"/>
        </p:scale>
        <p:origin x="192" y="7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23516" y="500906"/>
            <a:ext cx="4941094" cy="1065577"/>
          </a:xfrm>
        </p:spPr>
        <p:txBody>
          <a:bodyPr anchor="b"/>
          <a:lstStyle>
            <a:lvl1pPr algn="ctr">
              <a:defRPr sz="2678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23516" y="1607576"/>
            <a:ext cx="4941094" cy="738960"/>
          </a:xfrm>
        </p:spPr>
        <p:txBody>
          <a:bodyPr/>
          <a:lstStyle>
            <a:lvl1pPr marL="0" indent="0" algn="ctr">
              <a:buNone/>
              <a:defRPr sz="1071"/>
            </a:lvl1pPr>
            <a:lvl2pPr marL="204048" indent="0" algn="ctr">
              <a:buNone/>
              <a:defRPr sz="893"/>
            </a:lvl2pPr>
            <a:lvl3pPr marL="408097" indent="0" algn="ctr">
              <a:buNone/>
              <a:defRPr sz="803"/>
            </a:lvl3pPr>
            <a:lvl4pPr marL="612145" indent="0" algn="ctr">
              <a:buNone/>
              <a:defRPr sz="714"/>
            </a:lvl4pPr>
            <a:lvl5pPr marL="816193" indent="0" algn="ctr">
              <a:buNone/>
              <a:defRPr sz="714"/>
            </a:lvl5pPr>
            <a:lvl6pPr marL="1020242" indent="0" algn="ctr">
              <a:buNone/>
              <a:defRPr sz="714"/>
            </a:lvl6pPr>
            <a:lvl7pPr marL="1224290" indent="0" algn="ctr">
              <a:buNone/>
              <a:defRPr sz="714"/>
            </a:lvl7pPr>
            <a:lvl8pPr marL="1428339" indent="0" algn="ctr">
              <a:buNone/>
              <a:defRPr sz="714"/>
            </a:lvl8pPr>
            <a:lvl9pPr marL="1632387" indent="0" algn="ctr">
              <a:buNone/>
              <a:defRPr sz="714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14D9E9-5EC3-D444-8E38-E43C59FC4D54}" type="datetimeFigureOut">
              <a:rPr lang="en-US" smtClean="0"/>
              <a:t>1/8/26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D29C59-F6DF-3446-B9D7-42D935A403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50915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14D9E9-5EC3-D444-8E38-E43C59FC4D54}" type="datetimeFigureOut">
              <a:rPr lang="en-US" smtClean="0"/>
              <a:t>1/8/26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D29C59-F6DF-3446-B9D7-42D935A403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6389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9502" y="763050"/>
            <a:ext cx="5682258" cy="1273166"/>
          </a:xfrm>
        </p:spPr>
        <p:txBody>
          <a:bodyPr anchor="b"/>
          <a:lstStyle>
            <a:lvl1pPr>
              <a:defRPr sz="2678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49502" y="2048261"/>
            <a:ext cx="5682258" cy="669528"/>
          </a:xfrm>
        </p:spPr>
        <p:txBody>
          <a:bodyPr/>
          <a:lstStyle>
            <a:lvl1pPr marL="0" indent="0">
              <a:buNone/>
              <a:defRPr sz="1071">
                <a:solidFill>
                  <a:schemeClr val="tx1">
                    <a:tint val="75000"/>
                  </a:schemeClr>
                </a:solidFill>
              </a:defRPr>
            </a:lvl1pPr>
            <a:lvl2pPr marL="204048" indent="0">
              <a:buNone/>
              <a:defRPr sz="893">
                <a:solidFill>
                  <a:schemeClr val="tx1">
                    <a:tint val="75000"/>
                  </a:schemeClr>
                </a:solidFill>
              </a:defRPr>
            </a:lvl2pPr>
            <a:lvl3pPr marL="408097" indent="0">
              <a:buNone/>
              <a:defRPr sz="803">
                <a:solidFill>
                  <a:schemeClr val="tx1">
                    <a:tint val="75000"/>
                  </a:schemeClr>
                </a:solidFill>
              </a:defRPr>
            </a:lvl3pPr>
            <a:lvl4pPr marL="612145" indent="0">
              <a:buNone/>
              <a:defRPr sz="714">
                <a:solidFill>
                  <a:schemeClr val="tx1">
                    <a:tint val="75000"/>
                  </a:schemeClr>
                </a:solidFill>
              </a:defRPr>
            </a:lvl4pPr>
            <a:lvl5pPr marL="816193" indent="0">
              <a:buNone/>
              <a:defRPr sz="714">
                <a:solidFill>
                  <a:schemeClr val="tx1">
                    <a:tint val="75000"/>
                  </a:schemeClr>
                </a:solidFill>
              </a:defRPr>
            </a:lvl5pPr>
            <a:lvl6pPr marL="1020242" indent="0">
              <a:buNone/>
              <a:defRPr sz="714">
                <a:solidFill>
                  <a:schemeClr val="tx1">
                    <a:tint val="75000"/>
                  </a:schemeClr>
                </a:solidFill>
              </a:defRPr>
            </a:lvl6pPr>
            <a:lvl7pPr marL="1224290" indent="0">
              <a:buNone/>
              <a:defRPr sz="714">
                <a:solidFill>
                  <a:schemeClr val="tx1">
                    <a:tint val="75000"/>
                  </a:schemeClr>
                </a:solidFill>
              </a:defRPr>
            </a:lvl7pPr>
            <a:lvl8pPr marL="1428339" indent="0">
              <a:buNone/>
              <a:defRPr sz="714">
                <a:solidFill>
                  <a:schemeClr val="tx1">
                    <a:tint val="75000"/>
                  </a:schemeClr>
                </a:solidFill>
              </a:defRPr>
            </a:lvl8pPr>
            <a:lvl9pPr marL="1632387" indent="0">
              <a:buNone/>
              <a:defRPr sz="714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14D9E9-5EC3-D444-8E38-E43C59FC4D54}" type="datetimeFigureOut">
              <a:rPr lang="en-US" smtClean="0"/>
              <a:t>1/8/26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D29C59-F6DF-3446-B9D7-42D935A403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16238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2934" y="814770"/>
            <a:ext cx="2799953" cy="194198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335238" y="814770"/>
            <a:ext cx="2799953" cy="194198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14D9E9-5EC3-D444-8E38-E43C59FC4D54}" type="datetimeFigureOut">
              <a:rPr lang="en-US" smtClean="0"/>
              <a:t>1/8/26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D29C59-F6DF-3446-B9D7-42D935A403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609081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3792" y="162954"/>
            <a:ext cx="5682258" cy="59159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3792" y="750297"/>
            <a:ext cx="2787085" cy="367709"/>
          </a:xfrm>
        </p:spPr>
        <p:txBody>
          <a:bodyPr anchor="b"/>
          <a:lstStyle>
            <a:lvl1pPr marL="0" indent="0">
              <a:buNone/>
              <a:defRPr sz="1071" b="1"/>
            </a:lvl1pPr>
            <a:lvl2pPr marL="204048" indent="0">
              <a:buNone/>
              <a:defRPr sz="893" b="1"/>
            </a:lvl2pPr>
            <a:lvl3pPr marL="408097" indent="0">
              <a:buNone/>
              <a:defRPr sz="803" b="1"/>
            </a:lvl3pPr>
            <a:lvl4pPr marL="612145" indent="0">
              <a:buNone/>
              <a:defRPr sz="714" b="1"/>
            </a:lvl4pPr>
            <a:lvl5pPr marL="816193" indent="0">
              <a:buNone/>
              <a:defRPr sz="714" b="1"/>
            </a:lvl5pPr>
            <a:lvl6pPr marL="1020242" indent="0">
              <a:buNone/>
              <a:defRPr sz="714" b="1"/>
            </a:lvl6pPr>
            <a:lvl7pPr marL="1224290" indent="0">
              <a:buNone/>
              <a:defRPr sz="714" b="1"/>
            </a:lvl7pPr>
            <a:lvl8pPr marL="1428339" indent="0">
              <a:buNone/>
              <a:defRPr sz="714" b="1"/>
            </a:lvl8pPr>
            <a:lvl9pPr marL="1632387" indent="0">
              <a:buNone/>
              <a:defRPr sz="714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3792" y="1118006"/>
            <a:ext cx="2787085" cy="164441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335238" y="750297"/>
            <a:ext cx="2800811" cy="367709"/>
          </a:xfrm>
        </p:spPr>
        <p:txBody>
          <a:bodyPr anchor="b"/>
          <a:lstStyle>
            <a:lvl1pPr marL="0" indent="0">
              <a:buNone/>
              <a:defRPr sz="1071" b="1"/>
            </a:lvl1pPr>
            <a:lvl2pPr marL="204048" indent="0">
              <a:buNone/>
              <a:defRPr sz="893" b="1"/>
            </a:lvl2pPr>
            <a:lvl3pPr marL="408097" indent="0">
              <a:buNone/>
              <a:defRPr sz="803" b="1"/>
            </a:lvl3pPr>
            <a:lvl4pPr marL="612145" indent="0">
              <a:buNone/>
              <a:defRPr sz="714" b="1"/>
            </a:lvl4pPr>
            <a:lvl5pPr marL="816193" indent="0">
              <a:buNone/>
              <a:defRPr sz="714" b="1"/>
            </a:lvl5pPr>
            <a:lvl6pPr marL="1020242" indent="0">
              <a:buNone/>
              <a:defRPr sz="714" b="1"/>
            </a:lvl6pPr>
            <a:lvl7pPr marL="1224290" indent="0">
              <a:buNone/>
              <a:defRPr sz="714" b="1"/>
            </a:lvl7pPr>
            <a:lvl8pPr marL="1428339" indent="0">
              <a:buNone/>
              <a:defRPr sz="714" b="1"/>
            </a:lvl8pPr>
            <a:lvl9pPr marL="1632387" indent="0">
              <a:buNone/>
              <a:defRPr sz="714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335238" y="1118006"/>
            <a:ext cx="2800811" cy="164441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14D9E9-5EC3-D444-8E38-E43C59FC4D54}" type="datetimeFigureOut">
              <a:rPr lang="en-US" smtClean="0"/>
              <a:t>1/8/26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D29C59-F6DF-3446-B9D7-42D935A403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935058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14D9E9-5EC3-D444-8E38-E43C59FC4D54}" type="datetimeFigureOut">
              <a:rPr lang="en-US" smtClean="0"/>
              <a:t>1/8/26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D29C59-F6DF-3446-B9D7-42D935A403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409077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14D9E9-5EC3-D444-8E38-E43C59FC4D54}" type="datetimeFigureOut">
              <a:rPr lang="en-US" smtClean="0"/>
              <a:t>1/8/26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D29C59-F6DF-3446-B9D7-42D935A403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83900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3792" y="204047"/>
            <a:ext cx="2124842" cy="714163"/>
          </a:xfrm>
        </p:spPr>
        <p:txBody>
          <a:bodyPr anchor="b"/>
          <a:lstStyle>
            <a:lvl1pPr>
              <a:defRPr sz="1428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00811" y="440684"/>
            <a:ext cx="3335238" cy="2175081"/>
          </a:xfrm>
        </p:spPr>
        <p:txBody>
          <a:bodyPr/>
          <a:lstStyle>
            <a:lvl1pPr>
              <a:defRPr sz="1428"/>
            </a:lvl1pPr>
            <a:lvl2pPr>
              <a:defRPr sz="1250"/>
            </a:lvl2pPr>
            <a:lvl3pPr>
              <a:defRPr sz="1071"/>
            </a:lvl3pPr>
            <a:lvl4pPr>
              <a:defRPr sz="893"/>
            </a:lvl4pPr>
            <a:lvl5pPr>
              <a:defRPr sz="893"/>
            </a:lvl5pPr>
            <a:lvl6pPr>
              <a:defRPr sz="893"/>
            </a:lvl6pPr>
            <a:lvl7pPr>
              <a:defRPr sz="893"/>
            </a:lvl7pPr>
            <a:lvl8pPr>
              <a:defRPr sz="893"/>
            </a:lvl8pPr>
            <a:lvl9pPr>
              <a:defRPr sz="893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3792" y="918210"/>
            <a:ext cx="2124842" cy="1701098"/>
          </a:xfrm>
        </p:spPr>
        <p:txBody>
          <a:bodyPr/>
          <a:lstStyle>
            <a:lvl1pPr marL="0" indent="0">
              <a:buNone/>
              <a:defRPr sz="714"/>
            </a:lvl1pPr>
            <a:lvl2pPr marL="204048" indent="0">
              <a:buNone/>
              <a:defRPr sz="625"/>
            </a:lvl2pPr>
            <a:lvl3pPr marL="408097" indent="0">
              <a:buNone/>
              <a:defRPr sz="536"/>
            </a:lvl3pPr>
            <a:lvl4pPr marL="612145" indent="0">
              <a:buNone/>
              <a:defRPr sz="446"/>
            </a:lvl4pPr>
            <a:lvl5pPr marL="816193" indent="0">
              <a:buNone/>
              <a:defRPr sz="446"/>
            </a:lvl5pPr>
            <a:lvl6pPr marL="1020242" indent="0">
              <a:buNone/>
              <a:defRPr sz="446"/>
            </a:lvl6pPr>
            <a:lvl7pPr marL="1224290" indent="0">
              <a:buNone/>
              <a:defRPr sz="446"/>
            </a:lvl7pPr>
            <a:lvl8pPr marL="1428339" indent="0">
              <a:buNone/>
              <a:defRPr sz="446"/>
            </a:lvl8pPr>
            <a:lvl9pPr marL="1632387" indent="0">
              <a:buNone/>
              <a:defRPr sz="446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14D9E9-5EC3-D444-8E38-E43C59FC4D54}" type="datetimeFigureOut">
              <a:rPr lang="en-US" smtClean="0"/>
              <a:t>1/8/26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D29C59-F6DF-3446-B9D7-42D935A403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78834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3792" y="204047"/>
            <a:ext cx="2124842" cy="714163"/>
          </a:xfrm>
        </p:spPr>
        <p:txBody>
          <a:bodyPr anchor="b"/>
          <a:lstStyle>
            <a:lvl1pPr>
              <a:defRPr sz="1428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800811" y="440684"/>
            <a:ext cx="3335238" cy="2175081"/>
          </a:xfrm>
        </p:spPr>
        <p:txBody>
          <a:bodyPr anchor="t"/>
          <a:lstStyle>
            <a:lvl1pPr marL="0" indent="0">
              <a:buNone/>
              <a:defRPr sz="1428"/>
            </a:lvl1pPr>
            <a:lvl2pPr marL="204048" indent="0">
              <a:buNone/>
              <a:defRPr sz="1250"/>
            </a:lvl2pPr>
            <a:lvl3pPr marL="408097" indent="0">
              <a:buNone/>
              <a:defRPr sz="1071"/>
            </a:lvl3pPr>
            <a:lvl4pPr marL="612145" indent="0">
              <a:buNone/>
              <a:defRPr sz="893"/>
            </a:lvl4pPr>
            <a:lvl5pPr marL="816193" indent="0">
              <a:buNone/>
              <a:defRPr sz="893"/>
            </a:lvl5pPr>
            <a:lvl6pPr marL="1020242" indent="0">
              <a:buNone/>
              <a:defRPr sz="893"/>
            </a:lvl6pPr>
            <a:lvl7pPr marL="1224290" indent="0">
              <a:buNone/>
              <a:defRPr sz="893"/>
            </a:lvl7pPr>
            <a:lvl8pPr marL="1428339" indent="0">
              <a:buNone/>
              <a:defRPr sz="893"/>
            </a:lvl8pPr>
            <a:lvl9pPr marL="1632387" indent="0">
              <a:buNone/>
              <a:defRPr sz="893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3792" y="918210"/>
            <a:ext cx="2124842" cy="1701098"/>
          </a:xfrm>
        </p:spPr>
        <p:txBody>
          <a:bodyPr/>
          <a:lstStyle>
            <a:lvl1pPr marL="0" indent="0">
              <a:buNone/>
              <a:defRPr sz="714"/>
            </a:lvl1pPr>
            <a:lvl2pPr marL="204048" indent="0">
              <a:buNone/>
              <a:defRPr sz="625"/>
            </a:lvl2pPr>
            <a:lvl3pPr marL="408097" indent="0">
              <a:buNone/>
              <a:defRPr sz="536"/>
            </a:lvl3pPr>
            <a:lvl4pPr marL="612145" indent="0">
              <a:buNone/>
              <a:defRPr sz="446"/>
            </a:lvl4pPr>
            <a:lvl5pPr marL="816193" indent="0">
              <a:buNone/>
              <a:defRPr sz="446"/>
            </a:lvl5pPr>
            <a:lvl6pPr marL="1020242" indent="0">
              <a:buNone/>
              <a:defRPr sz="446"/>
            </a:lvl6pPr>
            <a:lvl7pPr marL="1224290" indent="0">
              <a:buNone/>
              <a:defRPr sz="446"/>
            </a:lvl7pPr>
            <a:lvl8pPr marL="1428339" indent="0">
              <a:buNone/>
              <a:defRPr sz="446"/>
            </a:lvl8pPr>
            <a:lvl9pPr marL="1632387" indent="0">
              <a:buNone/>
              <a:defRPr sz="446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14D9E9-5EC3-D444-8E38-E43C59FC4D54}" type="datetimeFigureOut">
              <a:rPr lang="en-US" smtClean="0"/>
              <a:t>1/8/26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D29C59-F6DF-3446-B9D7-42D935A403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582320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14D9E9-5EC3-D444-8E38-E43C59FC4D54}" type="datetimeFigureOut">
              <a:rPr lang="en-US" smtClean="0"/>
              <a:t>1/8/26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D29C59-F6DF-3446-B9D7-42D935A403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29779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714627" y="162954"/>
            <a:ext cx="1420564" cy="2593802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2933" y="162954"/>
            <a:ext cx="4179342" cy="2593802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14D9E9-5EC3-D444-8E38-E43C59FC4D54}" type="datetimeFigureOut">
              <a:rPr lang="en-US" smtClean="0"/>
              <a:t>1/8/26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D29C59-F6DF-3446-B9D7-42D935A403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523345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2934" y="162954"/>
            <a:ext cx="5682258" cy="59159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2934" y="814770"/>
            <a:ext cx="5682258" cy="194198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2934" y="2836816"/>
            <a:ext cx="1482328" cy="16295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536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E14D9E9-5EC3-D444-8E38-E43C59FC4D54}" type="datetimeFigureOut">
              <a:rPr lang="en-US" smtClean="0"/>
              <a:t>1/8/26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182317" y="2836816"/>
            <a:ext cx="2223492" cy="16295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536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652863" y="2836816"/>
            <a:ext cx="1482328" cy="16295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536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1D29C59-F6DF-3446-B9D7-42D935A403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42043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3" r:id="rId1"/>
    <p:sldLayoutId id="2147483734" r:id="rId2"/>
    <p:sldLayoutId id="2147483735" r:id="rId3"/>
    <p:sldLayoutId id="2147483736" r:id="rId4"/>
    <p:sldLayoutId id="2147483737" r:id="rId5"/>
    <p:sldLayoutId id="2147483738" r:id="rId6"/>
    <p:sldLayoutId id="2147483739" r:id="rId7"/>
    <p:sldLayoutId id="2147483740" r:id="rId8"/>
    <p:sldLayoutId id="2147483741" r:id="rId9"/>
    <p:sldLayoutId id="2147483742" r:id="rId10"/>
    <p:sldLayoutId id="2147483743" r:id="rId11"/>
  </p:sldLayoutIdLst>
  <p:txStyles>
    <p:titleStyle>
      <a:lvl1pPr algn="l" defTabSz="408097" rtl="0" eaLnBrk="1" latinLnBrk="0" hangingPunct="1">
        <a:lnSpc>
          <a:spcPct val="90000"/>
        </a:lnSpc>
        <a:spcBef>
          <a:spcPct val="0"/>
        </a:spcBef>
        <a:buNone/>
        <a:defRPr sz="1964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02024" indent="-102024" algn="l" defTabSz="408097" rtl="0" eaLnBrk="1" latinLnBrk="0" hangingPunct="1">
        <a:lnSpc>
          <a:spcPct val="90000"/>
        </a:lnSpc>
        <a:spcBef>
          <a:spcPts val="446"/>
        </a:spcBef>
        <a:buFont typeface="Arial" panose="020B0604020202020204" pitchFamily="34" charset="0"/>
        <a:buChar char="•"/>
        <a:defRPr sz="1250" kern="1200">
          <a:solidFill>
            <a:schemeClr val="tx1"/>
          </a:solidFill>
          <a:latin typeface="+mn-lt"/>
          <a:ea typeface="+mn-ea"/>
          <a:cs typeface="+mn-cs"/>
        </a:defRPr>
      </a:lvl1pPr>
      <a:lvl2pPr marL="306073" indent="-102024" algn="l" defTabSz="408097" rtl="0" eaLnBrk="1" latinLnBrk="0" hangingPunct="1">
        <a:lnSpc>
          <a:spcPct val="90000"/>
        </a:lnSpc>
        <a:spcBef>
          <a:spcPts val="223"/>
        </a:spcBef>
        <a:buFont typeface="Arial" panose="020B0604020202020204" pitchFamily="34" charset="0"/>
        <a:buChar char="•"/>
        <a:defRPr sz="1071" kern="1200">
          <a:solidFill>
            <a:schemeClr val="tx1"/>
          </a:solidFill>
          <a:latin typeface="+mn-lt"/>
          <a:ea typeface="+mn-ea"/>
          <a:cs typeface="+mn-cs"/>
        </a:defRPr>
      </a:lvl2pPr>
      <a:lvl3pPr marL="510121" indent="-102024" algn="l" defTabSz="408097" rtl="0" eaLnBrk="1" latinLnBrk="0" hangingPunct="1">
        <a:lnSpc>
          <a:spcPct val="90000"/>
        </a:lnSpc>
        <a:spcBef>
          <a:spcPts val="223"/>
        </a:spcBef>
        <a:buFont typeface="Arial" panose="020B0604020202020204" pitchFamily="34" charset="0"/>
        <a:buChar char="•"/>
        <a:defRPr sz="893" kern="1200">
          <a:solidFill>
            <a:schemeClr val="tx1"/>
          </a:solidFill>
          <a:latin typeface="+mn-lt"/>
          <a:ea typeface="+mn-ea"/>
          <a:cs typeface="+mn-cs"/>
        </a:defRPr>
      </a:lvl3pPr>
      <a:lvl4pPr marL="714169" indent="-102024" algn="l" defTabSz="408097" rtl="0" eaLnBrk="1" latinLnBrk="0" hangingPunct="1">
        <a:lnSpc>
          <a:spcPct val="90000"/>
        </a:lnSpc>
        <a:spcBef>
          <a:spcPts val="223"/>
        </a:spcBef>
        <a:buFont typeface="Arial" panose="020B0604020202020204" pitchFamily="34" charset="0"/>
        <a:buChar char="•"/>
        <a:defRPr sz="803" kern="1200">
          <a:solidFill>
            <a:schemeClr val="tx1"/>
          </a:solidFill>
          <a:latin typeface="+mn-lt"/>
          <a:ea typeface="+mn-ea"/>
          <a:cs typeface="+mn-cs"/>
        </a:defRPr>
      </a:lvl4pPr>
      <a:lvl5pPr marL="918218" indent="-102024" algn="l" defTabSz="408097" rtl="0" eaLnBrk="1" latinLnBrk="0" hangingPunct="1">
        <a:lnSpc>
          <a:spcPct val="90000"/>
        </a:lnSpc>
        <a:spcBef>
          <a:spcPts val="223"/>
        </a:spcBef>
        <a:buFont typeface="Arial" panose="020B0604020202020204" pitchFamily="34" charset="0"/>
        <a:buChar char="•"/>
        <a:defRPr sz="803" kern="1200">
          <a:solidFill>
            <a:schemeClr val="tx1"/>
          </a:solidFill>
          <a:latin typeface="+mn-lt"/>
          <a:ea typeface="+mn-ea"/>
          <a:cs typeface="+mn-cs"/>
        </a:defRPr>
      </a:lvl5pPr>
      <a:lvl6pPr marL="1122266" indent="-102024" algn="l" defTabSz="408097" rtl="0" eaLnBrk="1" latinLnBrk="0" hangingPunct="1">
        <a:lnSpc>
          <a:spcPct val="90000"/>
        </a:lnSpc>
        <a:spcBef>
          <a:spcPts val="223"/>
        </a:spcBef>
        <a:buFont typeface="Arial" panose="020B0604020202020204" pitchFamily="34" charset="0"/>
        <a:buChar char="•"/>
        <a:defRPr sz="803" kern="1200">
          <a:solidFill>
            <a:schemeClr val="tx1"/>
          </a:solidFill>
          <a:latin typeface="+mn-lt"/>
          <a:ea typeface="+mn-ea"/>
          <a:cs typeface="+mn-cs"/>
        </a:defRPr>
      </a:lvl6pPr>
      <a:lvl7pPr marL="1326314" indent="-102024" algn="l" defTabSz="408097" rtl="0" eaLnBrk="1" latinLnBrk="0" hangingPunct="1">
        <a:lnSpc>
          <a:spcPct val="90000"/>
        </a:lnSpc>
        <a:spcBef>
          <a:spcPts val="223"/>
        </a:spcBef>
        <a:buFont typeface="Arial" panose="020B0604020202020204" pitchFamily="34" charset="0"/>
        <a:buChar char="•"/>
        <a:defRPr sz="803" kern="1200">
          <a:solidFill>
            <a:schemeClr val="tx1"/>
          </a:solidFill>
          <a:latin typeface="+mn-lt"/>
          <a:ea typeface="+mn-ea"/>
          <a:cs typeface="+mn-cs"/>
        </a:defRPr>
      </a:lvl7pPr>
      <a:lvl8pPr marL="1530363" indent="-102024" algn="l" defTabSz="408097" rtl="0" eaLnBrk="1" latinLnBrk="0" hangingPunct="1">
        <a:lnSpc>
          <a:spcPct val="90000"/>
        </a:lnSpc>
        <a:spcBef>
          <a:spcPts val="223"/>
        </a:spcBef>
        <a:buFont typeface="Arial" panose="020B0604020202020204" pitchFamily="34" charset="0"/>
        <a:buChar char="•"/>
        <a:defRPr sz="803" kern="1200">
          <a:solidFill>
            <a:schemeClr val="tx1"/>
          </a:solidFill>
          <a:latin typeface="+mn-lt"/>
          <a:ea typeface="+mn-ea"/>
          <a:cs typeface="+mn-cs"/>
        </a:defRPr>
      </a:lvl8pPr>
      <a:lvl9pPr marL="1734411" indent="-102024" algn="l" defTabSz="408097" rtl="0" eaLnBrk="1" latinLnBrk="0" hangingPunct="1">
        <a:lnSpc>
          <a:spcPct val="90000"/>
        </a:lnSpc>
        <a:spcBef>
          <a:spcPts val="223"/>
        </a:spcBef>
        <a:buFont typeface="Arial" panose="020B0604020202020204" pitchFamily="34" charset="0"/>
        <a:buChar char="•"/>
        <a:defRPr sz="80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08097" rtl="0" eaLnBrk="1" latinLnBrk="0" hangingPunct="1">
        <a:defRPr sz="803" kern="1200">
          <a:solidFill>
            <a:schemeClr val="tx1"/>
          </a:solidFill>
          <a:latin typeface="+mn-lt"/>
          <a:ea typeface="+mn-ea"/>
          <a:cs typeface="+mn-cs"/>
        </a:defRPr>
      </a:lvl1pPr>
      <a:lvl2pPr marL="204048" algn="l" defTabSz="408097" rtl="0" eaLnBrk="1" latinLnBrk="0" hangingPunct="1">
        <a:defRPr sz="803" kern="1200">
          <a:solidFill>
            <a:schemeClr val="tx1"/>
          </a:solidFill>
          <a:latin typeface="+mn-lt"/>
          <a:ea typeface="+mn-ea"/>
          <a:cs typeface="+mn-cs"/>
        </a:defRPr>
      </a:lvl2pPr>
      <a:lvl3pPr marL="408097" algn="l" defTabSz="408097" rtl="0" eaLnBrk="1" latinLnBrk="0" hangingPunct="1">
        <a:defRPr sz="803" kern="1200">
          <a:solidFill>
            <a:schemeClr val="tx1"/>
          </a:solidFill>
          <a:latin typeface="+mn-lt"/>
          <a:ea typeface="+mn-ea"/>
          <a:cs typeface="+mn-cs"/>
        </a:defRPr>
      </a:lvl3pPr>
      <a:lvl4pPr marL="612145" algn="l" defTabSz="408097" rtl="0" eaLnBrk="1" latinLnBrk="0" hangingPunct="1">
        <a:defRPr sz="803" kern="1200">
          <a:solidFill>
            <a:schemeClr val="tx1"/>
          </a:solidFill>
          <a:latin typeface="+mn-lt"/>
          <a:ea typeface="+mn-ea"/>
          <a:cs typeface="+mn-cs"/>
        </a:defRPr>
      </a:lvl4pPr>
      <a:lvl5pPr marL="816193" algn="l" defTabSz="408097" rtl="0" eaLnBrk="1" latinLnBrk="0" hangingPunct="1">
        <a:defRPr sz="803" kern="1200">
          <a:solidFill>
            <a:schemeClr val="tx1"/>
          </a:solidFill>
          <a:latin typeface="+mn-lt"/>
          <a:ea typeface="+mn-ea"/>
          <a:cs typeface="+mn-cs"/>
        </a:defRPr>
      </a:lvl5pPr>
      <a:lvl6pPr marL="1020242" algn="l" defTabSz="408097" rtl="0" eaLnBrk="1" latinLnBrk="0" hangingPunct="1">
        <a:defRPr sz="803" kern="1200">
          <a:solidFill>
            <a:schemeClr val="tx1"/>
          </a:solidFill>
          <a:latin typeface="+mn-lt"/>
          <a:ea typeface="+mn-ea"/>
          <a:cs typeface="+mn-cs"/>
        </a:defRPr>
      </a:lvl6pPr>
      <a:lvl7pPr marL="1224290" algn="l" defTabSz="408097" rtl="0" eaLnBrk="1" latinLnBrk="0" hangingPunct="1">
        <a:defRPr sz="803" kern="1200">
          <a:solidFill>
            <a:schemeClr val="tx1"/>
          </a:solidFill>
          <a:latin typeface="+mn-lt"/>
          <a:ea typeface="+mn-ea"/>
          <a:cs typeface="+mn-cs"/>
        </a:defRPr>
      </a:lvl7pPr>
      <a:lvl8pPr marL="1428339" algn="l" defTabSz="408097" rtl="0" eaLnBrk="1" latinLnBrk="0" hangingPunct="1">
        <a:defRPr sz="803" kern="1200">
          <a:solidFill>
            <a:schemeClr val="tx1"/>
          </a:solidFill>
          <a:latin typeface="+mn-lt"/>
          <a:ea typeface="+mn-ea"/>
          <a:cs typeface="+mn-cs"/>
        </a:defRPr>
      </a:lvl8pPr>
      <a:lvl9pPr marL="1632387" algn="l" defTabSz="408097" rtl="0" eaLnBrk="1" latinLnBrk="0" hangingPunct="1">
        <a:defRPr sz="803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6E0E4E6A-E781-A0C6-1DC1-2EE6B1CDBC7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27121" y="0"/>
            <a:ext cx="2413945" cy="3060700"/>
          </a:xfrm>
          <a:prstGeom prst="rect">
            <a:avLst/>
          </a:prstGeom>
        </p:spPr>
      </p:pic>
      <p:pic>
        <p:nvPicPr>
          <p:cNvPr id="5" name="Graphic 4">
            <a:extLst>
              <a:ext uri="{FF2B5EF4-FFF2-40B4-BE49-F238E27FC236}">
                <a16:creationId xmlns:a16="http://schemas.microsoft.com/office/drawing/2014/main" id="{9949CBC9-ED55-E947-7FD6-F6A9EF4AFC4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033717" y="356672"/>
            <a:ext cx="3554408" cy="2347356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1A2E934C-0452-D74D-60C8-C2B4FA03C914}"/>
              </a:ext>
            </a:extLst>
          </p:cNvPr>
          <p:cNvSpPr txBox="1"/>
          <p:nvPr/>
        </p:nvSpPr>
        <p:spPr>
          <a:xfrm>
            <a:off x="124504" y="0"/>
            <a:ext cx="242374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b="1" dirty="0">
                <a:latin typeface="Arial" panose="020B0604020202020204" pitchFamily="34" charset="0"/>
                <a:cs typeface="Arial" panose="020B0604020202020204" pitchFamily="34" charset="0"/>
              </a:rPr>
              <a:t>a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190E259-EB42-4338-F45B-8E3D8C861305}"/>
              </a:ext>
            </a:extLst>
          </p:cNvPr>
          <p:cNvSpPr txBox="1"/>
          <p:nvPr/>
        </p:nvSpPr>
        <p:spPr>
          <a:xfrm>
            <a:off x="2912530" y="-4275"/>
            <a:ext cx="247184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b="1" dirty="0">
                <a:latin typeface="Arial" panose="020B0604020202020204" pitchFamily="34" charset="0"/>
                <a:cs typeface="Arial" panose="020B0604020202020204" pitchFamily="34" charset="0"/>
              </a:rPr>
              <a:t>b</a:t>
            </a:r>
          </a:p>
        </p:txBody>
      </p:sp>
    </p:spTree>
    <p:extLst>
      <p:ext uri="{BB962C8B-B14F-4D97-AF65-F5344CB8AC3E}">
        <p14:creationId xmlns:p14="http://schemas.microsoft.com/office/powerpoint/2010/main" val="250020349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2013 - 2022 Theme">
  <a:themeElements>
    <a:clrScheme name="Office 2013 - 2022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2013 - 2022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13 - 2022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1188</TotalTime>
  <Words>2</Words>
  <Application>Microsoft Macintosh PowerPoint</Application>
  <PresentationFormat>Custom</PresentationFormat>
  <Paragraphs>2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 2013 - 2022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Reardon, Brendan</dc:creator>
  <cp:lastModifiedBy>Reardon, Brendan</cp:lastModifiedBy>
  <cp:revision>23</cp:revision>
  <cp:lastPrinted>2021-05-27T06:11:57Z</cp:lastPrinted>
  <dcterms:created xsi:type="dcterms:W3CDTF">2021-05-06T13:10:54Z</dcterms:created>
  <dcterms:modified xsi:type="dcterms:W3CDTF">2026-01-08T18:37:28Z</dcterms:modified>
</cp:coreProperties>
</file>