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59" r:id="rId2"/>
  </p:sldIdLst>
  <p:sldSz cx="6588125" cy="170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1636"/>
    <a:srgbClr val="E06666"/>
    <a:srgbClr val="F1C330"/>
    <a:srgbClr val="6AA74F"/>
    <a:srgbClr val="D9EAD3"/>
    <a:srgbClr val="FFF3CC"/>
    <a:srgbClr val="F5CCCC"/>
    <a:srgbClr val="F1BFC1"/>
    <a:srgbClr val="E38587"/>
    <a:srgbClr val="BD00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873"/>
    <p:restoredTop sz="94535"/>
  </p:normalViewPr>
  <p:slideViewPr>
    <p:cSldViewPr snapToGrid="0" snapToObjects="1">
      <p:cViewPr varScale="1">
        <p:scale>
          <a:sx n="132" d="100"/>
          <a:sy n="132" d="100"/>
        </p:scale>
        <p:origin x="168" y="1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3516" y="279811"/>
            <a:ext cx="4941094" cy="595242"/>
          </a:xfrm>
        </p:spPr>
        <p:txBody>
          <a:bodyPr anchor="b"/>
          <a:lstStyle>
            <a:lvl1pPr algn="ctr">
              <a:defRPr sz="14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3516" y="898008"/>
            <a:ext cx="4941094" cy="412791"/>
          </a:xfrm>
        </p:spPr>
        <p:txBody>
          <a:bodyPr/>
          <a:lstStyle>
            <a:lvl1pPr marL="0" indent="0" algn="ctr">
              <a:buNone/>
              <a:defRPr sz="598"/>
            </a:lvl1pPr>
            <a:lvl2pPr marL="113980" indent="0" algn="ctr">
              <a:buNone/>
              <a:defRPr sz="499"/>
            </a:lvl2pPr>
            <a:lvl3pPr marL="227960" indent="0" algn="ctr">
              <a:buNone/>
              <a:defRPr sz="449"/>
            </a:lvl3pPr>
            <a:lvl4pPr marL="341940" indent="0" algn="ctr">
              <a:buNone/>
              <a:defRPr sz="399"/>
            </a:lvl4pPr>
            <a:lvl5pPr marL="455920" indent="0" algn="ctr">
              <a:buNone/>
              <a:defRPr sz="399"/>
            </a:lvl5pPr>
            <a:lvl6pPr marL="569900" indent="0" algn="ctr">
              <a:buNone/>
              <a:defRPr sz="399"/>
            </a:lvl6pPr>
            <a:lvl7pPr marL="683880" indent="0" algn="ctr">
              <a:buNone/>
              <a:defRPr sz="399"/>
            </a:lvl7pPr>
            <a:lvl8pPr marL="797860" indent="0" algn="ctr">
              <a:buNone/>
              <a:defRPr sz="399"/>
            </a:lvl8pPr>
            <a:lvl9pPr marL="911840" indent="0" algn="ctr">
              <a:buNone/>
              <a:defRPr sz="39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786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176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02" y="426248"/>
            <a:ext cx="5682258" cy="711203"/>
          </a:xfrm>
        </p:spPr>
        <p:txBody>
          <a:bodyPr anchor="b"/>
          <a:lstStyle>
            <a:lvl1pPr>
              <a:defRPr sz="14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9502" y="1144179"/>
            <a:ext cx="5682258" cy="374005"/>
          </a:xfrm>
        </p:spPr>
        <p:txBody>
          <a:bodyPr/>
          <a:lstStyle>
            <a:lvl1pPr marL="0" indent="0">
              <a:buNone/>
              <a:defRPr sz="598">
                <a:solidFill>
                  <a:schemeClr val="tx1">
                    <a:tint val="75000"/>
                  </a:schemeClr>
                </a:solidFill>
              </a:defRPr>
            </a:lvl1pPr>
            <a:lvl2pPr marL="113980" indent="0">
              <a:buNone/>
              <a:defRPr sz="499">
                <a:solidFill>
                  <a:schemeClr val="tx1">
                    <a:tint val="75000"/>
                  </a:schemeClr>
                </a:solidFill>
              </a:defRPr>
            </a:lvl2pPr>
            <a:lvl3pPr marL="227960" indent="0">
              <a:buNone/>
              <a:defRPr sz="449">
                <a:solidFill>
                  <a:schemeClr val="tx1">
                    <a:tint val="75000"/>
                  </a:schemeClr>
                </a:solidFill>
              </a:defRPr>
            </a:lvl3pPr>
            <a:lvl4pPr marL="341940" indent="0">
              <a:buNone/>
              <a:defRPr sz="399">
                <a:solidFill>
                  <a:schemeClr val="tx1">
                    <a:tint val="75000"/>
                  </a:schemeClr>
                </a:solidFill>
              </a:defRPr>
            </a:lvl4pPr>
            <a:lvl5pPr marL="455920" indent="0">
              <a:buNone/>
              <a:defRPr sz="399">
                <a:solidFill>
                  <a:schemeClr val="tx1">
                    <a:tint val="75000"/>
                  </a:schemeClr>
                </a:solidFill>
              </a:defRPr>
            </a:lvl5pPr>
            <a:lvl6pPr marL="569900" indent="0">
              <a:buNone/>
              <a:defRPr sz="399">
                <a:solidFill>
                  <a:schemeClr val="tx1">
                    <a:tint val="75000"/>
                  </a:schemeClr>
                </a:solidFill>
              </a:defRPr>
            </a:lvl6pPr>
            <a:lvl7pPr marL="683880" indent="0">
              <a:buNone/>
              <a:defRPr sz="399">
                <a:solidFill>
                  <a:schemeClr val="tx1">
                    <a:tint val="75000"/>
                  </a:schemeClr>
                </a:solidFill>
              </a:defRPr>
            </a:lvl7pPr>
            <a:lvl8pPr marL="797860" indent="0">
              <a:buNone/>
              <a:defRPr sz="399">
                <a:solidFill>
                  <a:schemeClr val="tx1">
                    <a:tint val="75000"/>
                  </a:schemeClr>
                </a:solidFill>
              </a:defRPr>
            </a:lvl8pPr>
            <a:lvl9pPr marL="911840" indent="0">
              <a:buNone/>
              <a:defRPr sz="3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711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2934" y="455139"/>
            <a:ext cx="2799953" cy="1084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35238" y="455139"/>
            <a:ext cx="2799953" cy="1084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031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792" y="91028"/>
            <a:ext cx="5682258" cy="3304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3792" y="419123"/>
            <a:ext cx="2787085" cy="205406"/>
          </a:xfrm>
        </p:spPr>
        <p:txBody>
          <a:bodyPr anchor="b"/>
          <a:lstStyle>
            <a:lvl1pPr marL="0" indent="0">
              <a:buNone/>
              <a:defRPr sz="598" b="1"/>
            </a:lvl1pPr>
            <a:lvl2pPr marL="113980" indent="0">
              <a:buNone/>
              <a:defRPr sz="499" b="1"/>
            </a:lvl2pPr>
            <a:lvl3pPr marL="227960" indent="0">
              <a:buNone/>
              <a:defRPr sz="449" b="1"/>
            </a:lvl3pPr>
            <a:lvl4pPr marL="341940" indent="0">
              <a:buNone/>
              <a:defRPr sz="399" b="1"/>
            </a:lvl4pPr>
            <a:lvl5pPr marL="455920" indent="0">
              <a:buNone/>
              <a:defRPr sz="399" b="1"/>
            </a:lvl5pPr>
            <a:lvl6pPr marL="569900" indent="0">
              <a:buNone/>
              <a:defRPr sz="399" b="1"/>
            </a:lvl6pPr>
            <a:lvl7pPr marL="683880" indent="0">
              <a:buNone/>
              <a:defRPr sz="399" b="1"/>
            </a:lvl7pPr>
            <a:lvl8pPr marL="797860" indent="0">
              <a:buNone/>
              <a:defRPr sz="399" b="1"/>
            </a:lvl8pPr>
            <a:lvl9pPr marL="911840" indent="0">
              <a:buNone/>
              <a:defRPr sz="3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792" y="624529"/>
            <a:ext cx="2787085" cy="9185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238" y="419123"/>
            <a:ext cx="2800811" cy="205406"/>
          </a:xfrm>
        </p:spPr>
        <p:txBody>
          <a:bodyPr anchor="b"/>
          <a:lstStyle>
            <a:lvl1pPr marL="0" indent="0">
              <a:buNone/>
              <a:defRPr sz="598" b="1"/>
            </a:lvl1pPr>
            <a:lvl2pPr marL="113980" indent="0">
              <a:buNone/>
              <a:defRPr sz="499" b="1"/>
            </a:lvl2pPr>
            <a:lvl3pPr marL="227960" indent="0">
              <a:buNone/>
              <a:defRPr sz="449" b="1"/>
            </a:lvl3pPr>
            <a:lvl4pPr marL="341940" indent="0">
              <a:buNone/>
              <a:defRPr sz="399" b="1"/>
            </a:lvl4pPr>
            <a:lvl5pPr marL="455920" indent="0">
              <a:buNone/>
              <a:defRPr sz="399" b="1"/>
            </a:lvl5pPr>
            <a:lvl6pPr marL="569900" indent="0">
              <a:buNone/>
              <a:defRPr sz="399" b="1"/>
            </a:lvl6pPr>
            <a:lvl7pPr marL="683880" indent="0">
              <a:buNone/>
              <a:defRPr sz="399" b="1"/>
            </a:lvl7pPr>
            <a:lvl8pPr marL="797860" indent="0">
              <a:buNone/>
              <a:defRPr sz="399" b="1"/>
            </a:lvl8pPr>
            <a:lvl9pPr marL="911840" indent="0">
              <a:buNone/>
              <a:defRPr sz="3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335238" y="624529"/>
            <a:ext cx="2800811" cy="9185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31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326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57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792" y="113982"/>
            <a:ext cx="2124842" cy="398939"/>
          </a:xfrm>
        </p:spPr>
        <p:txBody>
          <a:bodyPr anchor="b"/>
          <a:lstStyle>
            <a:lvl1pPr>
              <a:defRPr sz="7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00811" y="246171"/>
            <a:ext cx="3335238" cy="1215022"/>
          </a:xfrm>
        </p:spPr>
        <p:txBody>
          <a:bodyPr/>
          <a:lstStyle>
            <a:lvl1pPr>
              <a:defRPr sz="798"/>
            </a:lvl1pPr>
            <a:lvl2pPr>
              <a:defRPr sz="698"/>
            </a:lvl2pPr>
            <a:lvl3pPr>
              <a:defRPr sz="598"/>
            </a:lvl3pPr>
            <a:lvl4pPr>
              <a:defRPr sz="499"/>
            </a:lvl4pPr>
            <a:lvl5pPr>
              <a:defRPr sz="499"/>
            </a:lvl5pPr>
            <a:lvl6pPr>
              <a:defRPr sz="499"/>
            </a:lvl6pPr>
            <a:lvl7pPr>
              <a:defRPr sz="499"/>
            </a:lvl7pPr>
            <a:lvl8pPr>
              <a:defRPr sz="499"/>
            </a:lvl8pPr>
            <a:lvl9pPr>
              <a:defRPr sz="4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792" y="512922"/>
            <a:ext cx="2124842" cy="950250"/>
          </a:xfrm>
        </p:spPr>
        <p:txBody>
          <a:bodyPr/>
          <a:lstStyle>
            <a:lvl1pPr marL="0" indent="0">
              <a:buNone/>
              <a:defRPr sz="399"/>
            </a:lvl1pPr>
            <a:lvl2pPr marL="113980" indent="0">
              <a:buNone/>
              <a:defRPr sz="349"/>
            </a:lvl2pPr>
            <a:lvl3pPr marL="227960" indent="0">
              <a:buNone/>
              <a:defRPr sz="299"/>
            </a:lvl3pPr>
            <a:lvl4pPr marL="341940" indent="0">
              <a:buNone/>
              <a:defRPr sz="249"/>
            </a:lvl4pPr>
            <a:lvl5pPr marL="455920" indent="0">
              <a:buNone/>
              <a:defRPr sz="249"/>
            </a:lvl5pPr>
            <a:lvl6pPr marL="569900" indent="0">
              <a:buNone/>
              <a:defRPr sz="249"/>
            </a:lvl6pPr>
            <a:lvl7pPr marL="683880" indent="0">
              <a:buNone/>
              <a:defRPr sz="249"/>
            </a:lvl7pPr>
            <a:lvl8pPr marL="797860" indent="0">
              <a:buNone/>
              <a:defRPr sz="249"/>
            </a:lvl8pPr>
            <a:lvl9pPr marL="911840" indent="0">
              <a:buNone/>
              <a:defRPr sz="2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0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792" y="113982"/>
            <a:ext cx="2124842" cy="398939"/>
          </a:xfrm>
        </p:spPr>
        <p:txBody>
          <a:bodyPr anchor="b"/>
          <a:lstStyle>
            <a:lvl1pPr>
              <a:defRPr sz="7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00811" y="246171"/>
            <a:ext cx="3335238" cy="1215022"/>
          </a:xfrm>
        </p:spPr>
        <p:txBody>
          <a:bodyPr anchor="t"/>
          <a:lstStyle>
            <a:lvl1pPr marL="0" indent="0">
              <a:buNone/>
              <a:defRPr sz="798"/>
            </a:lvl1pPr>
            <a:lvl2pPr marL="113980" indent="0">
              <a:buNone/>
              <a:defRPr sz="698"/>
            </a:lvl2pPr>
            <a:lvl3pPr marL="227960" indent="0">
              <a:buNone/>
              <a:defRPr sz="598"/>
            </a:lvl3pPr>
            <a:lvl4pPr marL="341940" indent="0">
              <a:buNone/>
              <a:defRPr sz="499"/>
            </a:lvl4pPr>
            <a:lvl5pPr marL="455920" indent="0">
              <a:buNone/>
              <a:defRPr sz="499"/>
            </a:lvl5pPr>
            <a:lvl6pPr marL="569900" indent="0">
              <a:buNone/>
              <a:defRPr sz="499"/>
            </a:lvl6pPr>
            <a:lvl7pPr marL="683880" indent="0">
              <a:buNone/>
              <a:defRPr sz="499"/>
            </a:lvl7pPr>
            <a:lvl8pPr marL="797860" indent="0">
              <a:buNone/>
              <a:defRPr sz="499"/>
            </a:lvl8pPr>
            <a:lvl9pPr marL="911840" indent="0">
              <a:buNone/>
              <a:defRPr sz="4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792" y="512922"/>
            <a:ext cx="2124842" cy="950250"/>
          </a:xfrm>
        </p:spPr>
        <p:txBody>
          <a:bodyPr/>
          <a:lstStyle>
            <a:lvl1pPr marL="0" indent="0">
              <a:buNone/>
              <a:defRPr sz="399"/>
            </a:lvl1pPr>
            <a:lvl2pPr marL="113980" indent="0">
              <a:buNone/>
              <a:defRPr sz="349"/>
            </a:lvl2pPr>
            <a:lvl3pPr marL="227960" indent="0">
              <a:buNone/>
              <a:defRPr sz="299"/>
            </a:lvl3pPr>
            <a:lvl4pPr marL="341940" indent="0">
              <a:buNone/>
              <a:defRPr sz="249"/>
            </a:lvl4pPr>
            <a:lvl5pPr marL="455920" indent="0">
              <a:buNone/>
              <a:defRPr sz="249"/>
            </a:lvl5pPr>
            <a:lvl6pPr marL="569900" indent="0">
              <a:buNone/>
              <a:defRPr sz="249"/>
            </a:lvl6pPr>
            <a:lvl7pPr marL="683880" indent="0">
              <a:buNone/>
              <a:defRPr sz="249"/>
            </a:lvl7pPr>
            <a:lvl8pPr marL="797860" indent="0">
              <a:buNone/>
              <a:defRPr sz="249"/>
            </a:lvl8pPr>
            <a:lvl9pPr marL="911840" indent="0">
              <a:buNone/>
              <a:defRPr sz="2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947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31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714627" y="91028"/>
            <a:ext cx="1420564" cy="14489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2933" y="91028"/>
            <a:ext cx="4179342" cy="144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509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934" y="91028"/>
            <a:ext cx="5682258" cy="3304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2934" y="455139"/>
            <a:ext cx="5682258" cy="10848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934" y="1584674"/>
            <a:ext cx="1482328" cy="910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4D9E9-5EC3-D444-8E38-E43C59FC4D5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82317" y="1584674"/>
            <a:ext cx="2223492" cy="910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52863" y="1584674"/>
            <a:ext cx="1482328" cy="910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4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227960" rtl="0" eaLnBrk="1" latinLnBrk="0" hangingPunct="1">
        <a:lnSpc>
          <a:spcPct val="90000"/>
        </a:lnSpc>
        <a:spcBef>
          <a:spcPct val="0"/>
        </a:spcBef>
        <a:buNone/>
        <a:defRPr sz="10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6990" indent="-56990" algn="l" defTabSz="22796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698" kern="1200">
          <a:solidFill>
            <a:schemeClr val="tx1"/>
          </a:solidFill>
          <a:latin typeface="+mn-lt"/>
          <a:ea typeface="+mn-ea"/>
          <a:cs typeface="+mn-cs"/>
        </a:defRPr>
      </a:lvl1pPr>
      <a:lvl2pPr marL="170970" indent="-56990" algn="l" defTabSz="22796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598" kern="1200">
          <a:solidFill>
            <a:schemeClr val="tx1"/>
          </a:solidFill>
          <a:latin typeface="+mn-lt"/>
          <a:ea typeface="+mn-ea"/>
          <a:cs typeface="+mn-cs"/>
        </a:defRPr>
      </a:lvl2pPr>
      <a:lvl3pPr marL="284950" indent="-56990" algn="l" defTabSz="22796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99" kern="1200">
          <a:solidFill>
            <a:schemeClr val="tx1"/>
          </a:solidFill>
          <a:latin typeface="+mn-lt"/>
          <a:ea typeface="+mn-ea"/>
          <a:cs typeface="+mn-cs"/>
        </a:defRPr>
      </a:lvl3pPr>
      <a:lvl4pPr marL="398930" indent="-56990" algn="l" defTabSz="22796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49" kern="1200">
          <a:solidFill>
            <a:schemeClr val="tx1"/>
          </a:solidFill>
          <a:latin typeface="+mn-lt"/>
          <a:ea typeface="+mn-ea"/>
          <a:cs typeface="+mn-cs"/>
        </a:defRPr>
      </a:lvl4pPr>
      <a:lvl5pPr marL="512910" indent="-56990" algn="l" defTabSz="22796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49" kern="1200">
          <a:solidFill>
            <a:schemeClr val="tx1"/>
          </a:solidFill>
          <a:latin typeface="+mn-lt"/>
          <a:ea typeface="+mn-ea"/>
          <a:cs typeface="+mn-cs"/>
        </a:defRPr>
      </a:lvl5pPr>
      <a:lvl6pPr marL="626890" indent="-56990" algn="l" defTabSz="22796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49" kern="1200">
          <a:solidFill>
            <a:schemeClr val="tx1"/>
          </a:solidFill>
          <a:latin typeface="+mn-lt"/>
          <a:ea typeface="+mn-ea"/>
          <a:cs typeface="+mn-cs"/>
        </a:defRPr>
      </a:lvl6pPr>
      <a:lvl7pPr marL="740870" indent="-56990" algn="l" defTabSz="22796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49" kern="1200">
          <a:solidFill>
            <a:schemeClr val="tx1"/>
          </a:solidFill>
          <a:latin typeface="+mn-lt"/>
          <a:ea typeface="+mn-ea"/>
          <a:cs typeface="+mn-cs"/>
        </a:defRPr>
      </a:lvl7pPr>
      <a:lvl8pPr marL="854850" indent="-56990" algn="l" defTabSz="22796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49" kern="1200">
          <a:solidFill>
            <a:schemeClr val="tx1"/>
          </a:solidFill>
          <a:latin typeface="+mn-lt"/>
          <a:ea typeface="+mn-ea"/>
          <a:cs typeface="+mn-cs"/>
        </a:defRPr>
      </a:lvl8pPr>
      <a:lvl9pPr marL="968830" indent="-56990" algn="l" defTabSz="22796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4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7960" rtl="0" eaLnBrk="1" latinLnBrk="0" hangingPunct="1">
        <a:defRPr sz="449" kern="1200">
          <a:solidFill>
            <a:schemeClr val="tx1"/>
          </a:solidFill>
          <a:latin typeface="+mn-lt"/>
          <a:ea typeface="+mn-ea"/>
          <a:cs typeface="+mn-cs"/>
        </a:defRPr>
      </a:lvl1pPr>
      <a:lvl2pPr marL="113980" algn="l" defTabSz="227960" rtl="0" eaLnBrk="1" latinLnBrk="0" hangingPunct="1">
        <a:defRPr sz="449" kern="1200">
          <a:solidFill>
            <a:schemeClr val="tx1"/>
          </a:solidFill>
          <a:latin typeface="+mn-lt"/>
          <a:ea typeface="+mn-ea"/>
          <a:cs typeface="+mn-cs"/>
        </a:defRPr>
      </a:lvl2pPr>
      <a:lvl3pPr marL="227960" algn="l" defTabSz="227960" rtl="0" eaLnBrk="1" latinLnBrk="0" hangingPunct="1">
        <a:defRPr sz="449" kern="1200">
          <a:solidFill>
            <a:schemeClr val="tx1"/>
          </a:solidFill>
          <a:latin typeface="+mn-lt"/>
          <a:ea typeface="+mn-ea"/>
          <a:cs typeface="+mn-cs"/>
        </a:defRPr>
      </a:lvl3pPr>
      <a:lvl4pPr marL="341940" algn="l" defTabSz="227960" rtl="0" eaLnBrk="1" latinLnBrk="0" hangingPunct="1">
        <a:defRPr sz="449" kern="1200">
          <a:solidFill>
            <a:schemeClr val="tx1"/>
          </a:solidFill>
          <a:latin typeface="+mn-lt"/>
          <a:ea typeface="+mn-ea"/>
          <a:cs typeface="+mn-cs"/>
        </a:defRPr>
      </a:lvl4pPr>
      <a:lvl5pPr marL="455920" algn="l" defTabSz="227960" rtl="0" eaLnBrk="1" latinLnBrk="0" hangingPunct="1">
        <a:defRPr sz="449" kern="1200">
          <a:solidFill>
            <a:schemeClr val="tx1"/>
          </a:solidFill>
          <a:latin typeface="+mn-lt"/>
          <a:ea typeface="+mn-ea"/>
          <a:cs typeface="+mn-cs"/>
        </a:defRPr>
      </a:lvl5pPr>
      <a:lvl6pPr marL="569900" algn="l" defTabSz="227960" rtl="0" eaLnBrk="1" latinLnBrk="0" hangingPunct="1">
        <a:defRPr sz="449" kern="1200">
          <a:solidFill>
            <a:schemeClr val="tx1"/>
          </a:solidFill>
          <a:latin typeface="+mn-lt"/>
          <a:ea typeface="+mn-ea"/>
          <a:cs typeface="+mn-cs"/>
        </a:defRPr>
      </a:lvl6pPr>
      <a:lvl7pPr marL="683880" algn="l" defTabSz="227960" rtl="0" eaLnBrk="1" latinLnBrk="0" hangingPunct="1">
        <a:defRPr sz="449" kern="1200">
          <a:solidFill>
            <a:schemeClr val="tx1"/>
          </a:solidFill>
          <a:latin typeface="+mn-lt"/>
          <a:ea typeface="+mn-ea"/>
          <a:cs typeface="+mn-cs"/>
        </a:defRPr>
      </a:lvl7pPr>
      <a:lvl8pPr marL="797860" algn="l" defTabSz="227960" rtl="0" eaLnBrk="1" latinLnBrk="0" hangingPunct="1">
        <a:defRPr sz="449" kern="1200">
          <a:solidFill>
            <a:schemeClr val="tx1"/>
          </a:solidFill>
          <a:latin typeface="+mn-lt"/>
          <a:ea typeface="+mn-ea"/>
          <a:cs typeface="+mn-cs"/>
        </a:defRPr>
      </a:lvl8pPr>
      <a:lvl9pPr marL="911840" algn="l" defTabSz="227960" rtl="0" eaLnBrk="1" latinLnBrk="0" hangingPunct="1">
        <a:defRPr sz="4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2D679-94E5-9B8F-7B6E-20A2B98F8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C807A00-4699-D0BA-A50F-93DE51C925B2}"/>
              </a:ext>
            </a:extLst>
          </p:cNvPr>
          <p:cNvGrpSpPr/>
          <p:nvPr/>
        </p:nvGrpSpPr>
        <p:grpSpPr>
          <a:xfrm>
            <a:off x="59187" y="0"/>
            <a:ext cx="6466149" cy="1710000"/>
            <a:chOff x="59187" y="0"/>
            <a:chExt cx="6466149" cy="1710000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D5D0A023-9087-BF64-C107-59E3C890F2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651200" y="0"/>
              <a:ext cx="1874136" cy="1709738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6BC84858-A1B9-6820-9BE6-29B0DBAC1F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126" y="0"/>
              <a:ext cx="4471229" cy="171000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2FCDC3B-C9BB-A2AD-FD9F-8646A25BE396}"/>
                </a:ext>
              </a:extLst>
            </p:cNvPr>
            <p:cNvSpPr txBox="1"/>
            <p:nvPr/>
          </p:nvSpPr>
          <p:spPr>
            <a:xfrm>
              <a:off x="59187" y="16470"/>
              <a:ext cx="24237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51EA6F9-003A-3B7D-8F82-7ABCC356845E}"/>
                </a:ext>
              </a:extLst>
            </p:cNvPr>
            <p:cNvSpPr txBox="1"/>
            <p:nvPr/>
          </p:nvSpPr>
          <p:spPr>
            <a:xfrm>
              <a:off x="4526720" y="12195"/>
              <a:ext cx="24718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7300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4122</TotalTime>
  <Words>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Reardon, Brendan</dc:creator>
  <cp:lastModifiedBy>Reardon, Brendan</cp:lastModifiedBy>
  <cp:revision>26</cp:revision>
  <cp:lastPrinted>2021-05-27T06:11:57Z</cp:lastPrinted>
  <dcterms:created xsi:type="dcterms:W3CDTF">2021-05-06T13:10:54Z</dcterms:created>
  <dcterms:modified xsi:type="dcterms:W3CDTF">2026-06-03T18:55:11Z</dcterms:modified>
</cp:coreProperties>
</file>