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6" r:id="rId1"/>
  </p:sldMasterIdLst>
  <p:notesMasterIdLst>
    <p:notesMasterId r:id="rId3"/>
  </p:notesMasterIdLst>
  <p:sldIdLst>
    <p:sldId id="258" r:id="rId2"/>
  </p:sldIdLst>
  <p:sldSz cx="6588125" cy="23399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D3C46"/>
    <a:srgbClr val="B78A12"/>
    <a:srgbClr val="7C8184"/>
    <a:srgbClr val="BFBFBF"/>
    <a:srgbClr val="F4B9BE"/>
    <a:srgbClr val="CF5C86"/>
    <a:srgbClr val="41AC29"/>
    <a:srgbClr val="4A1C29"/>
    <a:srgbClr val="867DCE"/>
    <a:srgbClr val="A716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13"/>
    <p:restoredTop sz="94556"/>
  </p:normalViewPr>
  <p:slideViewPr>
    <p:cSldViewPr snapToGrid="0" snapToObjects="1">
      <p:cViewPr>
        <p:scale>
          <a:sx n="207" d="100"/>
          <a:sy n="207" d="100"/>
        </p:scale>
        <p:origin x="1112" y="1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6CEF8C-C275-5B4D-A6F9-44239AED55DF}" type="datetimeFigureOut">
              <a:rPr lang="en-US" smtClean="0"/>
              <a:t>6/17/26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915988" y="1143000"/>
            <a:ext cx="8689976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654C47-7301-3641-8A20-71A4C98CDD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066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915988" y="1143000"/>
            <a:ext cx="8689976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654C47-7301-3641-8A20-71A4C98CDD4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5902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3516" y="382954"/>
            <a:ext cx="4941094" cy="814658"/>
          </a:xfrm>
        </p:spPr>
        <p:txBody>
          <a:bodyPr anchor="b"/>
          <a:lstStyle>
            <a:lvl1pPr algn="ctr">
              <a:defRPr sz="20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3516" y="1229029"/>
            <a:ext cx="4941094" cy="564952"/>
          </a:xfrm>
        </p:spPr>
        <p:txBody>
          <a:bodyPr/>
          <a:lstStyle>
            <a:lvl1pPr marL="0" indent="0" algn="ctr">
              <a:buNone/>
              <a:defRPr sz="819"/>
            </a:lvl1pPr>
            <a:lvl2pPr marL="155997" indent="0" algn="ctr">
              <a:buNone/>
              <a:defRPr sz="682"/>
            </a:lvl2pPr>
            <a:lvl3pPr marL="311993" indent="0" algn="ctr">
              <a:buNone/>
              <a:defRPr sz="614"/>
            </a:lvl3pPr>
            <a:lvl4pPr marL="467990" indent="0" algn="ctr">
              <a:buNone/>
              <a:defRPr sz="546"/>
            </a:lvl4pPr>
            <a:lvl5pPr marL="623987" indent="0" algn="ctr">
              <a:buNone/>
              <a:defRPr sz="546"/>
            </a:lvl5pPr>
            <a:lvl6pPr marL="779983" indent="0" algn="ctr">
              <a:buNone/>
              <a:defRPr sz="546"/>
            </a:lvl6pPr>
            <a:lvl7pPr marL="935980" indent="0" algn="ctr">
              <a:buNone/>
              <a:defRPr sz="546"/>
            </a:lvl7pPr>
            <a:lvl8pPr marL="1091976" indent="0" algn="ctr">
              <a:buNone/>
              <a:defRPr sz="546"/>
            </a:lvl8pPr>
            <a:lvl9pPr marL="1247973" indent="0" algn="ctr">
              <a:buNone/>
              <a:defRPr sz="54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4D9E9-5EC3-D444-8E38-E43C59FC4D5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29C59-F6DF-3446-B9D7-42D935A40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795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4D9E9-5EC3-D444-8E38-E43C59FC4D5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29C59-F6DF-3446-B9D7-42D935A40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676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502" y="583369"/>
            <a:ext cx="5682258" cy="973364"/>
          </a:xfrm>
        </p:spPr>
        <p:txBody>
          <a:bodyPr anchor="b"/>
          <a:lstStyle>
            <a:lvl1pPr>
              <a:defRPr sz="20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9502" y="1565942"/>
            <a:ext cx="5682258" cy="511869"/>
          </a:xfrm>
        </p:spPr>
        <p:txBody>
          <a:bodyPr/>
          <a:lstStyle>
            <a:lvl1pPr marL="0" indent="0">
              <a:buNone/>
              <a:defRPr sz="819">
                <a:solidFill>
                  <a:schemeClr val="tx1">
                    <a:tint val="75000"/>
                  </a:schemeClr>
                </a:solidFill>
              </a:defRPr>
            </a:lvl1pPr>
            <a:lvl2pPr marL="155997" indent="0">
              <a:buNone/>
              <a:defRPr sz="682">
                <a:solidFill>
                  <a:schemeClr val="tx1">
                    <a:tint val="75000"/>
                  </a:schemeClr>
                </a:solidFill>
              </a:defRPr>
            </a:lvl2pPr>
            <a:lvl3pPr marL="311993" indent="0">
              <a:buNone/>
              <a:defRPr sz="614">
                <a:solidFill>
                  <a:schemeClr val="tx1">
                    <a:tint val="75000"/>
                  </a:schemeClr>
                </a:solidFill>
              </a:defRPr>
            </a:lvl3pPr>
            <a:lvl4pPr marL="467990" indent="0">
              <a:buNone/>
              <a:defRPr sz="546">
                <a:solidFill>
                  <a:schemeClr val="tx1">
                    <a:tint val="75000"/>
                  </a:schemeClr>
                </a:solidFill>
              </a:defRPr>
            </a:lvl4pPr>
            <a:lvl5pPr marL="623987" indent="0">
              <a:buNone/>
              <a:defRPr sz="546">
                <a:solidFill>
                  <a:schemeClr val="tx1">
                    <a:tint val="75000"/>
                  </a:schemeClr>
                </a:solidFill>
              </a:defRPr>
            </a:lvl5pPr>
            <a:lvl6pPr marL="779983" indent="0">
              <a:buNone/>
              <a:defRPr sz="546">
                <a:solidFill>
                  <a:schemeClr val="tx1">
                    <a:tint val="75000"/>
                  </a:schemeClr>
                </a:solidFill>
              </a:defRPr>
            </a:lvl6pPr>
            <a:lvl7pPr marL="935980" indent="0">
              <a:buNone/>
              <a:defRPr sz="546">
                <a:solidFill>
                  <a:schemeClr val="tx1">
                    <a:tint val="75000"/>
                  </a:schemeClr>
                </a:solidFill>
              </a:defRPr>
            </a:lvl7pPr>
            <a:lvl8pPr marL="1091976" indent="0">
              <a:buNone/>
              <a:defRPr sz="546">
                <a:solidFill>
                  <a:schemeClr val="tx1">
                    <a:tint val="75000"/>
                  </a:schemeClr>
                </a:solidFill>
              </a:defRPr>
            </a:lvl8pPr>
            <a:lvl9pPr marL="1247973" indent="0">
              <a:buNone/>
              <a:defRPr sz="54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4D9E9-5EC3-D444-8E38-E43C59FC4D5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29C59-F6DF-3446-B9D7-42D935A40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479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2934" y="622910"/>
            <a:ext cx="2799953" cy="14846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335238" y="622910"/>
            <a:ext cx="2799953" cy="14846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4D9E9-5EC3-D444-8E38-E43C59FC4D5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29C59-F6DF-3446-B9D7-42D935A40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213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3792" y="124582"/>
            <a:ext cx="5682258" cy="45228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3792" y="573619"/>
            <a:ext cx="2787085" cy="281122"/>
          </a:xfrm>
        </p:spPr>
        <p:txBody>
          <a:bodyPr anchor="b"/>
          <a:lstStyle>
            <a:lvl1pPr marL="0" indent="0">
              <a:buNone/>
              <a:defRPr sz="819" b="1"/>
            </a:lvl1pPr>
            <a:lvl2pPr marL="155997" indent="0">
              <a:buNone/>
              <a:defRPr sz="682" b="1"/>
            </a:lvl2pPr>
            <a:lvl3pPr marL="311993" indent="0">
              <a:buNone/>
              <a:defRPr sz="614" b="1"/>
            </a:lvl3pPr>
            <a:lvl4pPr marL="467990" indent="0">
              <a:buNone/>
              <a:defRPr sz="546" b="1"/>
            </a:lvl4pPr>
            <a:lvl5pPr marL="623987" indent="0">
              <a:buNone/>
              <a:defRPr sz="546" b="1"/>
            </a:lvl5pPr>
            <a:lvl6pPr marL="779983" indent="0">
              <a:buNone/>
              <a:defRPr sz="546" b="1"/>
            </a:lvl6pPr>
            <a:lvl7pPr marL="935980" indent="0">
              <a:buNone/>
              <a:defRPr sz="546" b="1"/>
            </a:lvl7pPr>
            <a:lvl8pPr marL="1091976" indent="0">
              <a:buNone/>
              <a:defRPr sz="546" b="1"/>
            </a:lvl8pPr>
            <a:lvl9pPr marL="1247973" indent="0">
              <a:buNone/>
              <a:defRPr sz="54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3792" y="854741"/>
            <a:ext cx="2787085" cy="12571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5238" y="573619"/>
            <a:ext cx="2800811" cy="281122"/>
          </a:xfrm>
        </p:spPr>
        <p:txBody>
          <a:bodyPr anchor="b"/>
          <a:lstStyle>
            <a:lvl1pPr marL="0" indent="0">
              <a:buNone/>
              <a:defRPr sz="819" b="1"/>
            </a:lvl1pPr>
            <a:lvl2pPr marL="155997" indent="0">
              <a:buNone/>
              <a:defRPr sz="682" b="1"/>
            </a:lvl2pPr>
            <a:lvl3pPr marL="311993" indent="0">
              <a:buNone/>
              <a:defRPr sz="614" b="1"/>
            </a:lvl3pPr>
            <a:lvl4pPr marL="467990" indent="0">
              <a:buNone/>
              <a:defRPr sz="546" b="1"/>
            </a:lvl4pPr>
            <a:lvl5pPr marL="623987" indent="0">
              <a:buNone/>
              <a:defRPr sz="546" b="1"/>
            </a:lvl5pPr>
            <a:lvl6pPr marL="779983" indent="0">
              <a:buNone/>
              <a:defRPr sz="546" b="1"/>
            </a:lvl6pPr>
            <a:lvl7pPr marL="935980" indent="0">
              <a:buNone/>
              <a:defRPr sz="546" b="1"/>
            </a:lvl7pPr>
            <a:lvl8pPr marL="1091976" indent="0">
              <a:buNone/>
              <a:defRPr sz="546" b="1"/>
            </a:lvl8pPr>
            <a:lvl9pPr marL="1247973" indent="0">
              <a:buNone/>
              <a:defRPr sz="54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335238" y="854741"/>
            <a:ext cx="2800811" cy="12571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4D9E9-5EC3-D444-8E38-E43C59FC4D5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29C59-F6DF-3446-B9D7-42D935A40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461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4D9E9-5EC3-D444-8E38-E43C59FC4D5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29C59-F6DF-3446-B9D7-42D935A40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877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4D9E9-5EC3-D444-8E38-E43C59FC4D5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29C59-F6DF-3446-B9D7-42D935A40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148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3792" y="155998"/>
            <a:ext cx="2124842" cy="545994"/>
          </a:xfrm>
        </p:spPr>
        <p:txBody>
          <a:bodyPr anchor="b"/>
          <a:lstStyle>
            <a:lvl1pPr>
              <a:defRPr sz="109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00811" y="336913"/>
            <a:ext cx="3335238" cy="1662899"/>
          </a:xfrm>
        </p:spPr>
        <p:txBody>
          <a:bodyPr/>
          <a:lstStyle>
            <a:lvl1pPr>
              <a:defRPr sz="1092"/>
            </a:lvl1pPr>
            <a:lvl2pPr>
              <a:defRPr sz="955"/>
            </a:lvl2pPr>
            <a:lvl3pPr>
              <a:defRPr sz="819"/>
            </a:lvl3pPr>
            <a:lvl4pPr>
              <a:defRPr sz="682"/>
            </a:lvl4pPr>
            <a:lvl5pPr>
              <a:defRPr sz="682"/>
            </a:lvl5pPr>
            <a:lvl6pPr>
              <a:defRPr sz="682"/>
            </a:lvl6pPr>
            <a:lvl7pPr>
              <a:defRPr sz="682"/>
            </a:lvl7pPr>
            <a:lvl8pPr>
              <a:defRPr sz="682"/>
            </a:lvl8pPr>
            <a:lvl9pPr>
              <a:defRPr sz="68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3792" y="701992"/>
            <a:ext cx="2124842" cy="1300528"/>
          </a:xfrm>
        </p:spPr>
        <p:txBody>
          <a:bodyPr/>
          <a:lstStyle>
            <a:lvl1pPr marL="0" indent="0">
              <a:buNone/>
              <a:defRPr sz="546"/>
            </a:lvl1pPr>
            <a:lvl2pPr marL="155997" indent="0">
              <a:buNone/>
              <a:defRPr sz="478"/>
            </a:lvl2pPr>
            <a:lvl3pPr marL="311993" indent="0">
              <a:buNone/>
              <a:defRPr sz="409"/>
            </a:lvl3pPr>
            <a:lvl4pPr marL="467990" indent="0">
              <a:buNone/>
              <a:defRPr sz="341"/>
            </a:lvl4pPr>
            <a:lvl5pPr marL="623987" indent="0">
              <a:buNone/>
              <a:defRPr sz="341"/>
            </a:lvl5pPr>
            <a:lvl6pPr marL="779983" indent="0">
              <a:buNone/>
              <a:defRPr sz="341"/>
            </a:lvl6pPr>
            <a:lvl7pPr marL="935980" indent="0">
              <a:buNone/>
              <a:defRPr sz="341"/>
            </a:lvl7pPr>
            <a:lvl8pPr marL="1091976" indent="0">
              <a:buNone/>
              <a:defRPr sz="341"/>
            </a:lvl8pPr>
            <a:lvl9pPr marL="1247973" indent="0">
              <a:buNone/>
              <a:defRPr sz="34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4D9E9-5EC3-D444-8E38-E43C59FC4D5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29C59-F6DF-3446-B9D7-42D935A40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704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3792" y="155998"/>
            <a:ext cx="2124842" cy="545994"/>
          </a:xfrm>
        </p:spPr>
        <p:txBody>
          <a:bodyPr anchor="b"/>
          <a:lstStyle>
            <a:lvl1pPr>
              <a:defRPr sz="109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00811" y="336913"/>
            <a:ext cx="3335238" cy="1662899"/>
          </a:xfrm>
        </p:spPr>
        <p:txBody>
          <a:bodyPr anchor="t"/>
          <a:lstStyle>
            <a:lvl1pPr marL="0" indent="0">
              <a:buNone/>
              <a:defRPr sz="1092"/>
            </a:lvl1pPr>
            <a:lvl2pPr marL="155997" indent="0">
              <a:buNone/>
              <a:defRPr sz="955"/>
            </a:lvl2pPr>
            <a:lvl3pPr marL="311993" indent="0">
              <a:buNone/>
              <a:defRPr sz="819"/>
            </a:lvl3pPr>
            <a:lvl4pPr marL="467990" indent="0">
              <a:buNone/>
              <a:defRPr sz="682"/>
            </a:lvl4pPr>
            <a:lvl5pPr marL="623987" indent="0">
              <a:buNone/>
              <a:defRPr sz="682"/>
            </a:lvl5pPr>
            <a:lvl6pPr marL="779983" indent="0">
              <a:buNone/>
              <a:defRPr sz="682"/>
            </a:lvl6pPr>
            <a:lvl7pPr marL="935980" indent="0">
              <a:buNone/>
              <a:defRPr sz="682"/>
            </a:lvl7pPr>
            <a:lvl8pPr marL="1091976" indent="0">
              <a:buNone/>
              <a:defRPr sz="682"/>
            </a:lvl8pPr>
            <a:lvl9pPr marL="1247973" indent="0">
              <a:buNone/>
              <a:defRPr sz="68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3792" y="701992"/>
            <a:ext cx="2124842" cy="1300528"/>
          </a:xfrm>
        </p:spPr>
        <p:txBody>
          <a:bodyPr/>
          <a:lstStyle>
            <a:lvl1pPr marL="0" indent="0">
              <a:buNone/>
              <a:defRPr sz="546"/>
            </a:lvl1pPr>
            <a:lvl2pPr marL="155997" indent="0">
              <a:buNone/>
              <a:defRPr sz="478"/>
            </a:lvl2pPr>
            <a:lvl3pPr marL="311993" indent="0">
              <a:buNone/>
              <a:defRPr sz="409"/>
            </a:lvl3pPr>
            <a:lvl4pPr marL="467990" indent="0">
              <a:buNone/>
              <a:defRPr sz="341"/>
            </a:lvl4pPr>
            <a:lvl5pPr marL="623987" indent="0">
              <a:buNone/>
              <a:defRPr sz="341"/>
            </a:lvl5pPr>
            <a:lvl6pPr marL="779983" indent="0">
              <a:buNone/>
              <a:defRPr sz="341"/>
            </a:lvl6pPr>
            <a:lvl7pPr marL="935980" indent="0">
              <a:buNone/>
              <a:defRPr sz="341"/>
            </a:lvl7pPr>
            <a:lvl8pPr marL="1091976" indent="0">
              <a:buNone/>
              <a:defRPr sz="341"/>
            </a:lvl8pPr>
            <a:lvl9pPr marL="1247973" indent="0">
              <a:buNone/>
              <a:defRPr sz="34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4D9E9-5EC3-D444-8E38-E43C59FC4D5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29C59-F6DF-3446-B9D7-42D935A40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0329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4D9E9-5EC3-D444-8E38-E43C59FC4D5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29C59-F6DF-3446-B9D7-42D935A40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6822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714627" y="124582"/>
            <a:ext cx="1420564" cy="19830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2933" y="124582"/>
            <a:ext cx="4179342" cy="198302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4D9E9-5EC3-D444-8E38-E43C59FC4D5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29C59-F6DF-3446-B9D7-42D935A40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930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2934" y="124582"/>
            <a:ext cx="5682258" cy="4522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2934" y="622910"/>
            <a:ext cx="5682258" cy="14846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2934" y="2168810"/>
            <a:ext cx="1482328" cy="12458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0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14D9E9-5EC3-D444-8E38-E43C59FC4D5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82317" y="2168810"/>
            <a:ext cx="2223492" cy="12458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0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52863" y="2168810"/>
            <a:ext cx="1482328" cy="12458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0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D29C59-F6DF-3446-B9D7-42D935A40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878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311993" rtl="0" eaLnBrk="1" latinLnBrk="0" hangingPunct="1">
        <a:lnSpc>
          <a:spcPct val="90000"/>
        </a:lnSpc>
        <a:spcBef>
          <a:spcPct val="0"/>
        </a:spcBef>
        <a:buNone/>
        <a:defRPr sz="150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7998" indent="-77998" algn="l" defTabSz="311993" rtl="0" eaLnBrk="1" latinLnBrk="0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955" kern="1200">
          <a:solidFill>
            <a:schemeClr val="tx1"/>
          </a:solidFill>
          <a:latin typeface="+mn-lt"/>
          <a:ea typeface="+mn-ea"/>
          <a:cs typeface="+mn-cs"/>
        </a:defRPr>
      </a:lvl1pPr>
      <a:lvl2pPr marL="233995" indent="-77998" algn="l" defTabSz="311993" rtl="0" eaLnBrk="1" latinLnBrk="0" hangingPunct="1">
        <a:lnSpc>
          <a:spcPct val="90000"/>
        </a:lnSpc>
        <a:spcBef>
          <a:spcPts val="171"/>
        </a:spcBef>
        <a:buFont typeface="Arial" panose="020B0604020202020204" pitchFamily="34" charset="0"/>
        <a:buChar char="•"/>
        <a:defRPr sz="819" kern="1200">
          <a:solidFill>
            <a:schemeClr val="tx1"/>
          </a:solidFill>
          <a:latin typeface="+mn-lt"/>
          <a:ea typeface="+mn-ea"/>
          <a:cs typeface="+mn-cs"/>
        </a:defRPr>
      </a:lvl2pPr>
      <a:lvl3pPr marL="389992" indent="-77998" algn="l" defTabSz="311993" rtl="0" eaLnBrk="1" latinLnBrk="0" hangingPunct="1">
        <a:lnSpc>
          <a:spcPct val="90000"/>
        </a:lnSpc>
        <a:spcBef>
          <a:spcPts val="171"/>
        </a:spcBef>
        <a:buFont typeface="Arial" panose="020B0604020202020204" pitchFamily="34" charset="0"/>
        <a:buChar char="•"/>
        <a:defRPr sz="682" kern="1200">
          <a:solidFill>
            <a:schemeClr val="tx1"/>
          </a:solidFill>
          <a:latin typeface="+mn-lt"/>
          <a:ea typeface="+mn-ea"/>
          <a:cs typeface="+mn-cs"/>
        </a:defRPr>
      </a:lvl3pPr>
      <a:lvl4pPr marL="545988" indent="-77998" algn="l" defTabSz="311993" rtl="0" eaLnBrk="1" latinLnBrk="0" hangingPunct="1">
        <a:lnSpc>
          <a:spcPct val="90000"/>
        </a:lnSpc>
        <a:spcBef>
          <a:spcPts val="171"/>
        </a:spcBef>
        <a:buFont typeface="Arial" panose="020B0604020202020204" pitchFamily="34" charset="0"/>
        <a:buChar char="•"/>
        <a:defRPr sz="614" kern="1200">
          <a:solidFill>
            <a:schemeClr val="tx1"/>
          </a:solidFill>
          <a:latin typeface="+mn-lt"/>
          <a:ea typeface="+mn-ea"/>
          <a:cs typeface="+mn-cs"/>
        </a:defRPr>
      </a:lvl4pPr>
      <a:lvl5pPr marL="701985" indent="-77998" algn="l" defTabSz="311993" rtl="0" eaLnBrk="1" latinLnBrk="0" hangingPunct="1">
        <a:lnSpc>
          <a:spcPct val="90000"/>
        </a:lnSpc>
        <a:spcBef>
          <a:spcPts val="171"/>
        </a:spcBef>
        <a:buFont typeface="Arial" panose="020B0604020202020204" pitchFamily="34" charset="0"/>
        <a:buChar char="•"/>
        <a:defRPr sz="614" kern="1200">
          <a:solidFill>
            <a:schemeClr val="tx1"/>
          </a:solidFill>
          <a:latin typeface="+mn-lt"/>
          <a:ea typeface="+mn-ea"/>
          <a:cs typeface="+mn-cs"/>
        </a:defRPr>
      </a:lvl5pPr>
      <a:lvl6pPr marL="857982" indent="-77998" algn="l" defTabSz="311993" rtl="0" eaLnBrk="1" latinLnBrk="0" hangingPunct="1">
        <a:lnSpc>
          <a:spcPct val="90000"/>
        </a:lnSpc>
        <a:spcBef>
          <a:spcPts val="171"/>
        </a:spcBef>
        <a:buFont typeface="Arial" panose="020B0604020202020204" pitchFamily="34" charset="0"/>
        <a:buChar char="•"/>
        <a:defRPr sz="614" kern="1200">
          <a:solidFill>
            <a:schemeClr val="tx1"/>
          </a:solidFill>
          <a:latin typeface="+mn-lt"/>
          <a:ea typeface="+mn-ea"/>
          <a:cs typeface="+mn-cs"/>
        </a:defRPr>
      </a:lvl6pPr>
      <a:lvl7pPr marL="1013978" indent="-77998" algn="l" defTabSz="311993" rtl="0" eaLnBrk="1" latinLnBrk="0" hangingPunct="1">
        <a:lnSpc>
          <a:spcPct val="90000"/>
        </a:lnSpc>
        <a:spcBef>
          <a:spcPts val="171"/>
        </a:spcBef>
        <a:buFont typeface="Arial" panose="020B0604020202020204" pitchFamily="34" charset="0"/>
        <a:buChar char="•"/>
        <a:defRPr sz="614" kern="1200">
          <a:solidFill>
            <a:schemeClr val="tx1"/>
          </a:solidFill>
          <a:latin typeface="+mn-lt"/>
          <a:ea typeface="+mn-ea"/>
          <a:cs typeface="+mn-cs"/>
        </a:defRPr>
      </a:lvl7pPr>
      <a:lvl8pPr marL="1169975" indent="-77998" algn="l" defTabSz="311993" rtl="0" eaLnBrk="1" latinLnBrk="0" hangingPunct="1">
        <a:lnSpc>
          <a:spcPct val="90000"/>
        </a:lnSpc>
        <a:spcBef>
          <a:spcPts val="171"/>
        </a:spcBef>
        <a:buFont typeface="Arial" panose="020B0604020202020204" pitchFamily="34" charset="0"/>
        <a:buChar char="•"/>
        <a:defRPr sz="614" kern="1200">
          <a:solidFill>
            <a:schemeClr val="tx1"/>
          </a:solidFill>
          <a:latin typeface="+mn-lt"/>
          <a:ea typeface="+mn-ea"/>
          <a:cs typeface="+mn-cs"/>
        </a:defRPr>
      </a:lvl8pPr>
      <a:lvl9pPr marL="1325971" indent="-77998" algn="l" defTabSz="311993" rtl="0" eaLnBrk="1" latinLnBrk="0" hangingPunct="1">
        <a:lnSpc>
          <a:spcPct val="90000"/>
        </a:lnSpc>
        <a:spcBef>
          <a:spcPts val="171"/>
        </a:spcBef>
        <a:buFont typeface="Arial" panose="020B0604020202020204" pitchFamily="34" charset="0"/>
        <a:buChar char="•"/>
        <a:defRPr sz="61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11993" rtl="0" eaLnBrk="1" latinLnBrk="0" hangingPunct="1">
        <a:defRPr sz="614" kern="1200">
          <a:solidFill>
            <a:schemeClr val="tx1"/>
          </a:solidFill>
          <a:latin typeface="+mn-lt"/>
          <a:ea typeface="+mn-ea"/>
          <a:cs typeface="+mn-cs"/>
        </a:defRPr>
      </a:lvl1pPr>
      <a:lvl2pPr marL="155997" algn="l" defTabSz="311993" rtl="0" eaLnBrk="1" latinLnBrk="0" hangingPunct="1">
        <a:defRPr sz="614" kern="1200">
          <a:solidFill>
            <a:schemeClr val="tx1"/>
          </a:solidFill>
          <a:latin typeface="+mn-lt"/>
          <a:ea typeface="+mn-ea"/>
          <a:cs typeface="+mn-cs"/>
        </a:defRPr>
      </a:lvl2pPr>
      <a:lvl3pPr marL="311993" algn="l" defTabSz="311993" rtl="0" eaLnBrk="1" latinLnBrk="0" hangingPunct="1">
        <a:defRPr sz="614" kern="1200">
          <a:solidFill>
            <a:schemeClr val="tx1"/>
          </a:solidFill>
          <a:latin typeface="+mn-lt"/>
          <a:ea typeface="+mn-ea"/>
          <a:cs typeface="+mn-cs"/>
        </a:defRPr>
      </a:lvl3pPr>
      <a:lvl4pPr marL="467990" algn="l" defTabSz="311993" rtl="0" eaLnBrk="1" latinLnBrk="0" hangingPunct="1">
        <a:defRPr sz="614" kern="1200">
          <a:solidFill>
            <a:schemeClr val="tx1"/>
          </a:solidFill>
          <a:latin typeface="+mn-lt"/>
          <a:ea typeface="+mn-ea"/>
          <a:cs typeface="+mn-cs"/>
        </a:defRPr>
      </a:lvl4pPr>
      <a:lvl5pPr marL="623987" algn="l" defTabSz="311993" rtl="0" eaLnBrk="1" latinLnBrk="0" hangingPunct="1">
        <a:defRPr sz="614" kern="1200">
          <a:solidFill>
            <a:schemeClr val="tx1"/>
          </a:solidFill>
          <a:latin typeface="+mn-lt"/>
          <a:ea typeface="+mn-ea"/>
          <a:cs typeface="+mn-cs"/>
        </a:defRPr>
      </a:lvl5pPr>
      <a:lvl6pPr marL="779983" algn="l" defTabSz="311993" rtl="0" eaLnBrk="1" latinLnBrk="0" hangingPunct="1">
        <a:defRPr sz="614" kern="1200">
          <a:solidFill>
            <a:schemeClr val="tx1"/>
          </a:solidFill>
          <a:latin typeface="+mn-lt"/>
          <a:ea typeface="+mn-ea"/>
          <a:cs typeface="+mn-cs"/>
        </a:defRPr>
      </a:lvl6pPr>
      <a:lvl7pPr marL="935980" algn="l" defTabSz="311993" rtl="0" eaLnBrk="1" latinLnBrk="0" hangingPunct="1">
        <a:defRPr sz="614" kern="1200">
          <a:solidFill>
            <a:schemeClr val="tx1"/>
          </a:solidFill>
          <a:latin typeface="+mn-lt"/>
          <a:ea typeface="+mn-ea"/>
          <a:cs typeface="+mn-cs"/>
        </a:defRPr>
      </a:lvl7pPr>
      <a:lvl8pPr marL="1091976" algn="l" defTabSz="311993" rtl="0" eaLnBrk="1" latinLnBrk="0" hangingPunct="1">
        <a:defRPr sz="614" kern="1200">
          <a:solidFill>
            <a:schemeClr val="tx1"/>
          </a:solidFill>
          <a:latin typeface="+mn-lt"/>
          <a:ea typeface="+mn-ea"/>
          <a:cs typeface="+mn-cs"/>
        </a:defRPr>
      </a:lvl8pPr>
      <a:lvl9pPr marL="1247973" algn="l" defTabSz="311993" rtl="0" eaLnBrk="1" latinLnBrk="0" hangingPunct="1">
        <a:defRPr sz="61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E523831E-2149-C8B9-95BE-291B20E81708}"/>
              </a:ext>
            </a:extLst>
          </p:cNvPr>
          <p:cNvGrpSpPr/>
          <p:nvPr/>
        </p:nvGrpSpPr>
        <p:grpSpPr>
          <a:xfrm>
            <a:off x="124929" y="80313"/>
            <a:ext cx="6338266" cy="2216711"/>
            <a:chOff x="124929" y="80313"/>
            <a:chExt cx="6338266" cy="2216711"/>
          </a:xfrm>
        </p:grpSpPr>
        <p:cxnSp>
          <p:nvCxnSpPr>
            <p:cNvPr id="68" name="Curved Connector 67">
              <a:extLst>
                <a:ext uri="{FF2B5EF4-FFF2-40B4-BE49-F238E27FC236}">
                  <a16:creationId xmlns:a16="http://schemas.microsoft.com/office/drawing/2014/main" id="{AF92620E-DAAE-043A-4F03-43F19F6DB9C6}"/>
                </a:ext>
              </a:extLst>
            </p:cNvPr>
            <p:cNvCxnSpPr>
              <a:cxnSpLocks/>
              <a:stCxn id="42" idx="3"/>
              <a:endCxn id="29" idx="1"/>
            </p:cNvCxnSpPr>
            <p:nvPr/>
          </p:nvCxnSpPr>
          <p:spPr>
            <a:xfrm flipV="1">
              <a:off x="1132926" y="1248472"/>
              <a:ext cx="244558" cy="338975"/>
            </a:xfrm>
            <a:prstGeom prst="curvedConnector3">
              <a:avLst>
                <a:gd name="adj1" fmla="val 50000"/>
              </a:avLst>
            </a:prstGeom>
            <a:ln>
              <a:solidFill>
                <a:srgbClr val="7D3C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0" name="Curved Connector 69">
              <a:extLst>
                <a:ext uri="{FF2B5EF4-FFF2-40B4-BE49-F238E27FC236}">
                  <a16:creationId xmlns:a16="http://schemas.microsoft.com/office/drawing/2014/main" id="{1AC2272F-1211-94E7-8220-B83078CC09A8}"/>
                </a:ext>
              </a:extLst>
            </p:cNvPr>
            <p:cNvCxnSpPr>
              <a:cxnSpLocks/>
              <a:stCxn id="7" idx="3"/>
              <a:endCxn id="32" idx="1"/>
            </p:cNvCxnSpPr>
            <p:nvPr/>
          </p:nvCxnSpPr>
          <p:spPr>
            <a:xfrm flipV="1">
              <a:off x="2465501" y="574248"/>
              <a:ext cx="249153" cy="330661"/>
            </a:xfrm>
            <a:prstGeom prst="curvedConnector3">
              <a:avLst>
                <a:gd name="adj1" fmla="val 50000"/>
              </a:avLst>
            </a:prstGeom>
            <a:ln>
              <a:solidFill>
                <a:srgbClr val="7D3C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9EE20482-83F3-E704-19BC-C7CA6E0219D4}"/>
                </a:ext>
              </a:extLst>
            </p:cNvPr>
            <p:cNvSpPr txBox="1"/>
            <p:nvPr/>
          </p:nvSpPr>
          <p:spPr>
            <a:xfrm>
              <a:off x="124936" y="482804"/>
              <a:ext cx="1007999" cy="246221"/>
            </a:xfrm>
            <a:prstGeom prst="rect">
              <a:avLst/>
            </a:prstGeom>
            <a:solidFill>
              <a:srgbClr val="F4B9BE">
                <a:alpha val="49804"/>
              </a:srgbClr>
            </a:solidFill>
            <a:ln>
              <a:noFill/>
            </a:ln>
          </p:spPr>
          <p:txBody>
            <a:bodyPr wrap="square" lIns="36000" rIns="36000" rtlCol="0">
              <a:spAutoFit/>
            </a:bodyPr>
            <a:lstStyle/>
            <a:p>
              <a:pPr algn="ctr"/>
              <a:r>
                <a:rPr lang="en-US" sz="500" dirty="0">
                  <a:latin typeface="Arial" panose="020B0604020202020204" pitchFamily="34" charset="0"/>
                  <a:cs typeface="Arial" panose="020B0604020202020204" pitchFamily="34" charset="0"/>
                </a:rPr>
                <a:t>NC_000007.14:</a:t>
              </a:r>
              <a:br>
                <a:rPr lang="en-US" sz="500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500" dirty="0">
                  <a:latin typeface="Arial" panose="020B0604020202020204" pitchFamily="34" charset="0"/>
                  <a:cs typeface="Arial" panose="020B0604020202020204" pitchFamily="34" charset="0"/>
                </a:rPr>
                <a:t>g.55174772_55174786del 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24020EF-DAE7-7580-1A27-3A677A2952E8}"/>
                </a:ext>
              </a:extLst>
            </p:cNvPr>
            <p:cNvSpPr txBox="1"/>
            <p:nvPr/>
          </p:nvSpPr>
          <p:spPr>
            <a:xfrm>
              <a:off x="124936" y="820270"/>
              <a:ext cx="1007999" cy="246221"/>
            </a:xfrm>
            <a:prstGeom prst="rect">
              <a:avLst/>
            </a:prstGeom>
            <a:solidFill>
              <a:srgbClr val="F4B9BE">
                <a:alpha val="49804"/>
              </a:srgbClr>
            </a:solidFill>
            <a:ln>
              <a:noFill/>
            </a:ln>
          </p:spPr>
          <p:txBody>
            <a:bodyPr wrap="square" lIns="36000" rIns="36000" rtlCol="0">
              <a:spAutoFit/>
            </a:bodyPr>
            <a:lstStyle/>
            <a:p>
              <a:pPr algn="ctr"/>
              <a:r>
                <a:rPr lang="en-US" sz="500" dirty="0">
                  <a:latin typeface="Arial" panose="020B0604020202020204" pitchFamily="34" charset="0"/>
                  <a:cs typeface="Arial" panose="020B0604020202020204" pitchFamily="34" charset="0"/>
                </a:rPr>
                <a:t>NC_000007.14:</a:t>
              </a:r>
              <a:br>
                <a:rPr lang="en-US" sz="500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500" dirty="0">
                  <a:latin typeface="Arial" panose="020B0604020202020204" pitchFamily="34" charset="0"/>
                  <a:cs typeface="Arial" panose="020B0604020202020204" pitchFamily="34" charset="0"/>
                </a:rPr>
                <a:t>g.55174773_55174787del 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4C94FAF-6BF8-88A2-F9EC-DBC082CAEDFC}"/>
                </a:ext>
              </a:extLst>
            </p:cNvPr>
            <p:cNvSpPr txBox="1"/>
            <p:nvPr/>
          </p:nvSpPr>
          <p:spPr>
            <a:xfrm>
              <a:off x="1457501" y="482804"/>
              <a:ext cx="1007999" cy="169277"/>
            </a:xfrm>
            <a:prstGeom prst="rect">
              <a:avLst/>
            </a:prstGeom>
            <a:solidFill>
              <a:srgbClr val="F4B9BE">
                <a:alpha val="49804"/>
              </a:srgbClr>
            </a:solidFill>
            <a:ln>
              <a:noFill/>
            </a:ln>
          </p:spPr>
          <p:txBody>
            <a:bodyPr wrap="square" lIns="36000" rIns="36000" rtlCol="0">
              <a:spAutoFit/>
            </a:bodyPr>
            <a:lstStyle/>
            <a:p>
              <a:pPr algn="ctr"/>
              <a:r>
                <a:rPr lang="en-US" sz="500" dirty="0">
                  <a:latin typeface="Arial" panose="020B0604020202020204" pitchFamily="34" charset="0"/>
                  <a:cs typeface="Arial" panose="020B0604020202020204" pitchFamily="34" charset="0"/>
                </a:rPr>
                <a:t>NM_005228.5:c.2235_2249del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0705F86-3F87-DDA7-EA53-07B81A7B400C}"/>
                </a:ext>
              </a:extLst>
            </p:cNvPr>
            <p:cNvSpPr txBox="1"/>
            <p:nvPr/>
          </p:nvSpPr>
          <p:spPr>
            <a:xfrm>
              <a:off x="1457502" y="820270"/>
              <a:ext cx="1007999" cy="169277"/>
            </a:xfrm>
            <a:prstGeom prst="rect">
              <a:avLst/>
            </a:prstGeom>
            <a:solidFill>
              <a:srgbClr val="F4B9BE">
                <a:alpha val="49804"/>
              </a:srgbClr>
            </a:solidFill>
            <a:ln>
              <a:noFill/>
            </a:ln>
          </p:spPr>
          <p:txBody>
            <a:bodyPr wrap="square" lIns="36000" rIns="36000" rtlCol="0">
              <a:spAutoFit/>
            </a:bodyPr>
            <a:lstStyle/>
            <a:p>
              <a:pPr algn="ctr"/>
              <a:r>
                <a:rPr lang="en-US" sz="500" dirty="0">
                  <a:latin typeface="Arial" panose="020B0604020202020204" pitchFamily="34" charset="0"/>
                  <a:cs typeface="Arial" panose="020B0604020202020204" pitchFamily="34" charset="0"/>
                </a:rPr>
                <a:t>NM_005228.5:c.2236_2250del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8668156-FF50-48D8-827E-D270CE87599C}"/>
                </a:ext>
              </a:extLst>
            </p:cNvPr>
            <p:cNvSpPr txBox="1"/>
            <p:nvPr/>
          </p:nvSpPr>
          <p:spPr>
            <a:xfrm>
              <a:off x="2790066" y="482804"/>
              <a:ext cx="1007999" cy="169277"/>
            </a:xfrm>
            <a:prstGeom prst="rect">
              <a:avLst/>
            </a:prstGeom>
            <a:solidFill>
              <a:srgbClr val="F4B9BE">
                <a:alpha val="49804"/>
              </a:srgbClr>
            </a:solidFill>
            <a:ln>
              <a:noFill/>
            </a:ln>
          </p:spPr>
          <p:txBody>
            <a:bodyPr wrap="square" lIns="36000" rIns="36000" rtlCol="0">
              <a:spAutoFit/>
            </a:bodyPr>
            <a:lstStyle/>
            <a:p>
              <a:pPr algn="ctr"/>
              <a:r>
                <a:rPr lang="en-US" sz="500" dirty="0">
                  <a:latin typeface="Arial" panose="020B0604020202020204" pitchFamily="34" charset="0"/>
                  <a:cs typeface="Arial" panose="020B0604020202020204" pitchFamily="34" charset="0"/>
                </a:rPr>
                <a:t>NP_005219.2:p.E746_A750del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7075C77-B677-3A1B-3EDE-A1AE597830BD}"/>
                </a:ext>
              </a:extLst>
            </p:cNvPr>
            <p:cNvSpPr txBox="1"/>
            <p:nvPr/>
          </p:nvSpPr>
          <p:spPr>
            <a:xfrm>
              <a:off x="2790064" y="820270"/>
              <a:ext cx="1007999" cy="169277"/>
            </a:xfrm>
            <a:prstGeom prst="rect">
              <a:avLst/>
            </a:prstGeom>
            <a:solidFill>
              <a:srgbClr val="F4B9BE">
                <a:alpha val="50000"/>
              </a:srgbClr>
            </a:solidFill>
            <a:ln w="6350">
              <a:noFill/>
              <a:prstDash val="dash"/>
            </a:ln>
          </p:spPr>
          <p:txBody>
            <a:bodyPr wrap="square" lIns="36000" rIns="36000" rtlCol="0">
              <a:spAutoFit/>
            </a:bodyPr>
            <a:lstStyle/>
            <a:p>
              <a:pPr algn="ctr"/>
              <a:r>
                <a:rPr lang="en-US" sz="500" dirty="0">
                  <a:latin typeface="Arial" panose="020B0604020202020204" pitchFamily="34" charset="0"/>
                  <a:cs typeface="Arial" panose="020B0604020202020204" pitchFamily="34" charset="0"/>
                </a:rPr>
                <a:t>NP_005219.2:p.L747_T751del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A958154-89D9-64ED-1D25-FDD01538E651}"/>
                </a:ext>
              </a:extLst>
            </p:cNvPr>
            <p:cNvSpPr txBox="1"/>
            <p:nvPr/>
          </p:nvSpPr>
          <p:spPr>
            <a:xfrm>
              <a:off x="4122631" y="482804"/>
              <a:ext cx="1007999" cy="169277"/>
            </a:xfrm>
            <a:prstGeom prst="rect">
              <a:avLst/>
            </a:prstGeom>
            <a:solidFill>
              <a:srgbClr val="CF5C86">
                <a:alpha val="49804"/>
              </a:srgbClr>
            </a:solidFill>
            <a:ln>
              <a:noFill/>
            </a:ln>
          </p:spPr>
          <p:txBody>
            <a:bodyPr wrap="square" lIns="36000" rIns="36000" rtlCol="0">
              <a:spAutoFit/>
            </a:bodyPr>
            <a:lstStyle/>
            <a:p>
              <a:pPr algn="ctr"/>
              <a:r>
                <a:rPr lang="en-US" sz="500" i="1" dirty="0">
                  <a:latin typeface="Arial" panose="020B0604020202020204" pitchFamily="34" charset="0"/>
                  <a:cs typeface="Arial" panose="020B0604020202020204" pitchFamily="34" charset="0"/>
                </a:rPr>
                <a:t>EGFR</a:t>
              </a:r>
              <a:r>
                <a:rPr lang="en-US" sz="500" dirty="0">
                  <a:latin typeface="Arial" panose="020B0604020202020204" pitchFamily="34" charset="0"/>
                  <a:cs typeface="Arial" panose="020B0604020202020204" pitchFamily="34" charset="0"/>
                </a:rPr>
                <a:t> exon 19 deletion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B4250BE-9C57-45BE-1786-D1FE5FF820F9}"/>
                </a:ext>
              </a:extLst>
            </p:cNvPr>
            <p:cNvSpPr txBox="1"/>
            <p:nvPr/>
          </p:nvSpPr>
          <p:spPr>
            <a:xfrm>
              <a:off x="5455196" y="482804"/>
              <a:ext cx="1007999" cy="169277"/>
            </a:xfrm>
            <a:prstGeom prst="rect">
              <a:avLst/>
            </a:prstGeom>
            <a:solidFill>
              <a:srgbClr val="867DCE">
                <a:alpha val="50196"/>
              </a:srgbClr>
            </a:solidFill>
          </p:spPr>
          <p:txBody>
            <a:bodyPr wrap="square" lIns="36000" rIns="36000" rtlCol="0">
              <a:spAutoFit/>
            </a:bodyPr>
            <a:lstStyle/>
            <a:p>
              <a:pPr algn="ctr"/>
              <a:r>
                <a:rPr lang="en-US" sz="500" dirty="0">
                  <a:latin typeface="Arial" panose="020B0604020202020204" pitchFamily="34" charset="0"/>
                  <a:cs typeface="Arial" panose="020B0604020202020204" pitchFamily="34" charset="0"/>
                </a:rPr>
                <a:t>Response to Dacomitinib*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0416FCA-63E8-0776-1540-D8DD552AA940}"/>
                </a:ext>
              </a:extLst>
            </p:cNvPr>
            <p:cNvSpPr txBox="1"/>
            <p:nvPr/>
          </p:nvSpPr>
          <p:spPr>
            <a:xfrm>
              <a:off x="5455195" y="820270"/>
              <a:ext cx="1007999" cy="169277"/>
            </a:xfrm>
            <a:prstGeom prst="rect">
              <a:avLst/>
            </a:prstGeom>
            <a:solidFill>
              <a:srgbClr val="867DCE">
                <a:alpha val="50196"/>
              </a:srgbClr>
            </a:solidFill>
          </p:spPr>
          <p:txBody>
            <a:bodyPr wrap="square" lIns="36000" rIns="36000" rtlCol="0">
              <a:spAutoFit/>
            </a:bodyPr>
            <a:lstStyle/>
            <a:p>
              <a:pPr algn="ctr"/>
              <a:r>
                <a:rPr lang="en-US" sz="500" dirty="0">
                  <a:latin typeface="Arial" panose="020B0604020202020204" pitchFamily="34" charset="0"/>
                  <a:cs typeface="Arial" panose="020B0604020202020204" pitchFamily="34" charset="0"/>
                </a:rPr>
                <a:t>Response to Erlotinib*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AAF8117-CD47-8768-DC7C-A7CDFB7B4C28}"/>
                </a:ext>
              </a:extLst>
            </p:cNvPr>
            <p:cNvSpPr txBox="1"/>
            <p:nvPr/>
          </p:nvSpPr>
          <p:spPr>
            <a:xfrm>
              <a:off x="5455195" y="1157736"/>
              <a:ext cx="1007999" cy="169277"/>
            </a:xfrm>
            <a:prstGeom prst="rect">
              <a:avLst/>
            </a:prstGeom>
            <a:solidFill>
              <a:srgbClr val="867DCE">
                <a:alpha val="50196"/>
              </a:srgb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00" dirty="0">
                  <a:latin typeface="Arial" panose="020B0604020202020204" pitchFamily="34" charset="0"/>
                  <a:cs typeface="Arial" panose="020B0604020202020204" pitchFamily="34" charset="0"/>
                </a:rPr>
                <a:t>Response to Osimertinib*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B9B28AA-0297-BEF1-74E5-5E89CDAFBAF2}"/>
                </a:ext>
              </a:extLst>
            </p:cNvPr>
            <p:cNvSpPr txBox="1"/>
            <p:nvPr/>
          </p:nvSpPr>
          <p:spPr>
            <a:xfrm>
              <a:off x="124935" y="1157736"/>
              <a:ext cx="1007999" cy="246221"/>
            </a:xfrm>
            <a:prstGeom prst="rect">
              <a:avLst/>
            </a:prstGeom>
            <a:solidFill>
              <a:srgbClr val="F4B9BE">
                <a:alpha val="50000"/>
              </a:srgbClr>
            </a:solidFill>
            <a:ln w="6350">
              <a:noFill/>
              <a:prstDash val="dash"/>
            </a:ln>
          </p:spPr>
          <p:txBody>
            <a:bodyPr wrap="square" lIns="36000" rIns="36000" rtlCol="0">
              <a:spAutoFit/>
            </a:bodyPr>
            <a:lstStyle/>
            <a:p>
              <a:pPr algn="ctr"/>
              <a:r>
                <a:rPr lang="en-US" sz="500" dirty="0">
                  <a:latin typeface="Arial" panose="020B0604020202020204" pitchFamily="34" charset="0"/>
                  <a:cs typeface="Arial" panose="020B0604020202020204" pitchFamily="34" charset="0"/>
                </a:rPr>
                <a:t>NC_000007.14:</a:t>
              </a:r>
              <a:br>
                <a:rPr lang="en-US" sz="500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500" dirty="0">
                  <a:latin typeface="Arial" panose="020B0604020202020204" pitchFamily="34" charset="0"/>
                  <a:cs typeface="Arial" panose="020B0604020202020204" pitchFamily="34" charset="0"/>
                </a:rPr>
                <a:t>g.55174775_55174789del </a:t>
              </a: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50031A52-D40A-5D7D-D75A-658F64957F17}"/>
                </a:ext>
              </a:extLst>
            </p:cNvPr>
            <p:cNvCxnSpPr>
              <a:cxnSpLocks/>
              <a:stCxn id="30" idx="3"/>
              <a:endCxn id="6" idx="1"/>
            </p:cNvCxnSpPr>
            <p:nvPr/>
          </p:nvCxnSpPr>
          <p:spPr>
            <a:xfrm>
              <a:off x="1132926" y="567441"/>
              <a:ext cx="324575" cy="2"/>
            </a:xfrm>
            <a:prstGeom prst="straightConnector1">
              <a:avLst/>
            </a:prstGeom>
            <a:ln>
              <a:solidFill>
                <a:srgbClr val="7D3C46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6B276836-0882-5A4A-D8BB-AE1B8169256C}"/>
                </a:ext>
              </a:extLst>
            </p:cNvPr>
            <p:cNvCxnSpPr>
              <a:cxnSpLocks/>
              <a:stCxn id="34" idx="3"/>
              <a:endCxn id="7" idx="1"/>
            </p:cNvCxnSpPr>
            <p:nvPr/>
          </p:nvCxnSpPr>
          <p:spPr>
            <a:xfrm>
              <a:off x="1131681" y="904909"/>
              <a:ext cx="325821" cy="0"/>
            </a:xfrm>
            <a:prstGeom prst="straightConnector1">
              <a:avLst/>
            </a:prstGeom>
            <a:ln>
              <a:solidFill>
                <a:srgbClr val="7D3C46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6574F2FB-7BB7-FE24-6B06-90C80B07D74A}"/>
                </a:ext>
              </a:extLst>
            </p:cNvPr>
            <p:cNvCxnSpPr>
              <a:stCxn id="6" idx="3"/>
              <a:endCxn id="8" idx="1"/>
            </p:cNvCxnSpPr>
            <p:nvPr/>
          </p:nvCxnSpPr>
          <p:spPr>
            <a:xfrm>
              <a:off x="2465500" y="567443"/>
              <a:ext cx="324566" cy="0"/>
            </a:xfrm>
            <a:prstGeom prst="straightConnector1">
              <a:avLst/>
            </a:prstGeom>
            <a:ln>
              <a:solidFill>
                <a:srgbClr val="7D3C46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DB132889-9CA6-6E55-D684-3A2D6336C838}"/>
                </a:ext>
              </a:extLst>
            </p:cNvPr>
            <p:cNvCxnSpPr>
              <a:stCxn id="8" idx="3"/>
              <a:endCxn id="10" idx="1"/>
            </p:cNvCxnSpPr>
            <p:nvPr/>
          </p:nvCxnSpPr>
          <p:spPr>
            <a:xfrm>
              <a:off x="3798063" y="567441"/>
              <a:ext cx="324566" cy="0"/>
            </a:xfrm>
            <a:prstGeom prst="straightConnector1">
              <a:avLst/>
            </a:prstGeom>
            <a:ln>
              <a:solidFill>
                <a:srgbClr val="7D3C46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5905B411-71EA-E5F5-12F2-88491E2B361B}"/>
                </a:ext>
              </a:extLst>
            </p:cNvPr>
            <p:cNvCxnSpPr>
              <a:cxnSpLocks/>
              <a:stCxn id="10" idx="3"/>
              <a:endCxn id="11" idx="1"/>
            </p:cNvCxnSpPr>
            <p:nvPr/>
          </p:nvCxnSpPr>
          <p:spPr>
            <a:xfrm>
              <a:off x="5130628" y="567441"/>
              <a:ext cx="324566" cy="0"/>
            </a:xfrm>
            <a:prstGeom prst="straightConnector1">
              <a:avLst/>
            </a:prstGeom>
            <a:ln>
              <a:solidFill>
                <a:srgbClr val="7D3C46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Curved Connector 35">
              <a:extLst>
                <a:ext uri="{FF2B5EF4-FFF2-40B4-BE49-F238E27FC236}">
                  <a16:creationId xmlns:a16="http://schemas.microsoft.com/office/drawing/2014/main" id="{56CB475F-6E25-7A89-EC46-AD322B78064E}"/>
                </a:ext>
              </a:extLst>
            </p:cNvPr>
            <p:cNvCxnSpPr>
              <a:cxnSpLocks/>
              <a:stCxn id="10" idx="3"/>
              <a:endCxn id="12" idx="1"/>
            </p:cNvCxnSpPr>
            <p:nvPr/>
          </p:nvCxnSpPr>
          <p:spPr>
            <a:xfrm>
              <a:off x="5130630" y="567441"/>
              <a:ext cx="324565" cy="337466"/>
            </a:xfrm>
            <a:prstGeom prst="curvedConnector3">
              <a:avLst/>
            </a:prstGeom>
            <a:ln>
              <a:solidFill>
                <a:srgbClr val="7D3C46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Curved Connector 37">
              <a:extLst>
                <a:ext uri="{FF2B5EF4-FFF2-40B4-BE49-F238E27FC236}">
                  <a16:creationId xmlns:a16="http://schemas.microsoft.com/office/drawing/2014/main" id="{8C4BD1FA-0EB2-F894-B650-D6B6887977F1}"/>
                </a:ext>
              </a:extLst>
            </p:cNvPr>
            <p:cNvCxnSpPr>
              <a:cxnSpLocks/>
              <a:stCxn id="10" idx="3"/>
              <a:endCxn id="13" idx="1"/>
            </p:cNvCxnSpPr>
            <p:nvPr/>
          </p:nvCxnSpPr>
          <p:spPr>
            <a:xfrm>
              <a:off x="5130630" y="567441"/>
              <a:ext cx="324565" cy="674932"/>
            </a:xfrm>
            <a:prstGeom prst="curvedConnector3">
              <a:avLst/>
            </a:prstGeom>
            <a:ln>
              <a:solidFill>
                <a:srgbClr val="7D3C46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1457D82-6642-A0B5-2232-313792B23C04}"/>
                </a:ext>
              </a:extLst>
            </p:cNvPr>
            <p:cNvSpPr txBox="1"/>
            <p:nvPr/>
          </p:nvSpPr>
          <p:spPr>
            <a:xfrm>
              <a:off x="1457500" y="1157735"/>
              <a:ext cx="1007999" cy="169277"/>
            </a:xfrm>
            <a:prstGeom prst="rect">
              <a:avLst/>
            </a:prstGeom>
            <a:solidFill>
              <a:srgbClr val="F4B9BE">
                <a:alpha val="50000"/>
              </a:srgbClr>
            </a:solidFill>
            <a:ln w="6350">
              <a:noFill/>
              <a:prstDash val="dash"/>
            </a:ln>
          </p:spPr>
          <p:txBody>
            <a:bodyPr wrap="square" lIns="36000" rIns="36000" rtlCol="0">
              <a:spAutoFit/>
            </a:bodyPr>
            <a:lstStyle/>
            <a:p>
              <a:pPr algn="ctr"/>
              <a:r>
                <a:rPr lang="en-US" sz="500" dirty="0">
                  <a:latin typeface="Arial" panose="020B0604020202020204" pitchFamily="34" charset="0"/>
                  <a:cs typeface="Arial" panose="020B0604020202020204" pitchFamily="34" charset="0"/>
                </a:rPr>
                <a:t>NM_005228.5:c.2240_2254del</a:t>
              </a:r>
            </a:p>
          </p:txBody>
        </p: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DE514F6A-3928-0558-CC02-4D606C790DD0}"/>
                </a:ext>
              </a:extLst>
            </p:cNvPr>
            <p:cNvCxnSpPr>
              <a:cxnSpLocks/>
              <a:stCxn id="40" idx="3"/>
              <a:endCxn id="39" idx="1"/>
            </p:cNvCxnSpPr>
            <p:nvPr/>
          </p:nvCxnSpPr>
          <p:spPr>
            <a:xfrm>
              <a:off x="1126173" y="1242374"/>
              <a:ext cx="331327" cy="0"/>
            </a:xfrm>
            <a:prstGeom prst="straightConnector1">
              <a:avLst/>
            </a:prstGeom>
            <a:ln>
              <a:solidFill>
                <a:srgbClr val="7D3C46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9C84E535-D658-5A31-612E-EE68B09A4513}"/>
                </a:ext>
              </a:extLst>
            </p:cNvPr>
            <p:cNvSpPr txBox="1"/>
            <p:nvPr/>
          </p:nvSpPr>
          <p:spPr>
            <a:xfrm>
              <a:off x="124935" y="1726400"/>
              <a:ext cx="5005693" cy="184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Categorical due to: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411A0F2A-AC68-719D-2D75-5A31795C7B80}"/>
                </a:ext>
              </a:extLst>
            </p:cNvPr>
            <p:cNvSpPr txBox="1"/>
            <p:nvPr/>
          </p:nvSpPr>
          <p:spPr>
            <a:xfrm>
              <a:off x="124935" y="1927692"/>
              <a:ext cx="1007999" cy="369332"/>
            </a:xfrm>
            <a:prstGeom prst="rect">
              <a:avLst/>
            </a:prstGeom>
            <a:solidFill>
              <a:srgbClr val="B78A12">
                <a:alpha val="25098"/>
              </a:srgb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Reference assemblies, insertion and deletion normalization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808F9A0D-A939-6255-584C-60857390E4C5}"/>
                </a:ext>
              </a:extLst>
            </p:cNvPr>
            <p:cNvSpPr txBox="1"/>
            <p:nvPr/>
          </p:nvSpPr>
          <p:spPr>
            <a:xfrm>
              <a:off x="1457499" y="1927692"/>
              <a:ext cx="1007999" cy="184666"/>
            </a:xfrm>
            <a:prstGeom prst="rect">
              <a:avLst/>
            </a:prstGeom>
            <a:solidFill>
              <a:srgbClr val="B78A12">
                <a:alpha val="25098"/>
              </a:srgb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Transcript choice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CCCEE550-E9A4-2A61-F397-42257BCD24BF}"/>
                </a:ext>
              </a:extLst>
            </p:cNvPr>
            <p:cNvSpPr txBox="1"/>
            <p:nvPr/>
          </p:nvSpPr>
          <p:spPr>
            <a:xfrm>
              <a:off x="2790063" y="1927691"/>
              <a:ext cx="1007999" cy="369332"/>
            </a:xfrm>
            <a:prstGeom prst="rect">
              <a:avLst/>
            </a:prstGeom>
            <a:solidFill>
              <a:srgbClr val="B78A12">
                <a:alpha val="25098"/>
              </a:srgb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Codon degeneracy, protein isoforms, frameshift normalization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F6C6F662-FAAE-8DA4-727E-1A67CE46FAE0}"/>
                </a:ext>
              </a:extLst>
            </p:cNvPr>
            <p:cNvSpPr txBox="1"/>
            <p:nvPr/>
          </p:nvSpPr>
          <p:spPr>
            <a:xfrm>
              <a:off x="4122630" y="1109936"/>
              <a:ext cx="1007999" cy="553998"/>
            </a:xfrm>
            <a:prstGeom prst="rect">
              <a:avLst/>
            </a:prstGeom>
            <a:solidFill>
              <a:srgbClr val="B78A12">
                <a:alpha val="25098"/>
              </a:srgb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Describes a discrete class of possible variation in the abstract, often representing sets of assayable alterations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73E8C355-2A34-9C9D-E382-E75BE2185170}"/>
                </a:ext>
              </a:extLst>
            </p:cNvPr>
            <p:cNvSpPr txBox="1"/>
            <p:nvPr/>
          </p:nvSpPr>
          <p:spPr>
            <a:xfrm>
              <a:off x="5455195" y="305831"/>
              <a:ext cx="100799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Genomic knowledge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00EDC3DA-C94E-6EBD-8EF1-AC6EF4D0F982}"/>
                </a:ext>
              </a:extLst>
            </p:cNvPr>
            <p:cNvSpPr txBox="1"/>
            <p:nvPr/>
          </p:nvSpPr>
          <p:spPr>
            <a:xfrm>
              <a:off x="2790062" y="301255"/>
              <a:ext cx="100799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HGVS Protein (p.)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E8610847-0CDF-17F6-4E61-829170FB622C}"/>
                </a:ext>
              </a:extLst>
            </p:cNvPr>
            <p:cNvSpPr txBox="1"/>
            <p:nvPr/>
          </p:nvSpPr>
          <p:spPr>
            <a:xfrm>
              <a:off x="1457496" y="305287"/>
              <a:ext cx="100799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HGVS Coding DNA (c.)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F5D67200-6ECC-83F4-0B3F-27ABC48B7C79}"/>
                </a:ext>
              </a:extLst>
            </p:cNvPr>
            <p:cNvSpPr txBox="1"/>
            <p:nvPr/>
          </p:nvSpPr>
          <p:spPr>
            <a:xfrm>
              <a:off x="124929" y="301255"/>
              <a:ext cx="100799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HGVS Genomic (g.)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1414C298-01A0-C2CB-D4A2-2E033913A840}"/>
                </a:ext>
              </a:extLst>
            </p:cNvPr>
            <p:cNvSpPr txBox="1"/>
            <p:nvPr/>
          </p:nvSpPr>
          <p:spPr>
            <a:xfrm>
              <a:off x="1480104" y="80313"/>
              <a:ext cx="362791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700" dirty="0">
                  <a:latin typeface="Arial" panose="020B0604020202020204" pitchFamily="34" charset="0"/>
                  <a:cs typeface="Arial" panose="020B0604020202020204" pitchFamily="34" charset="0"/>
                </a:rPr>
                <a:t>Both specific and broadly defined sets of genomic alterations are inherently categorical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4814D26-B3CB-51D3-70BD-24A1322EEBC9}"/>
                </a:ext>
              </a:extLst>
            </p:cNvPr>
            <p:cNvSpPr txBox="1"/>
            <p:nvPr/>
          </p:nvSpPr>
          <p:spPr>
            <a:xfrm>
              <a:off x="124935" y="1494659"/>
              <a:ext cx="1007999" cy="246221"/>
            </a:xfrm>
            <a:prstGeom prst="rect">
              <a:avLst/>
            </a:prstGeom>
            <a:solidFill>
              <a:srgbClr val="F4B9BE">
                <a:alpha val="50000"/>
              </a:srgbClr>
            </a:solidFill>
            <a:ln w="6350">
              <a:noFill/>
              <a:prstDash val="dash"/>
            </a:ln>
          </p:spPr>
          <p:txBody>
            <a:bodyPr wrap="square" lIns="36000" rIns="36000" rtlCol="0">
              <a:spAutoFit/>
            </a:bodyPr>
            <a:lstStyle/>
            <a:p>
              <a:pPr algn="ctr"/>
              <a:r>
                <a:rPr lang="en-US" sz="500" dirty="0">
                  <a:latin typeface="Arial" panose="020B0604020202020204" pitchFamily="34" charset="0"/>
                  <a:cs typeface="Arial" panose="020B0604020202020204" pitchFamily="34" charset="0"/>
                </a:rPr>
                <a:t>NC_000007.13:</a:t>
              </a:r>
              <a:br>
                <a:rPr lang="en-US" sz="500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500" dirty="0">
                  <a:latin typeface="Arial" panose="020B0604020202020204" pitchFamily="34" charset="0"/>
                  <a:cs typeface="Arial" panose="020B0604020202020204" pitchFamily="34" charset="0"/>
                </a:rPr>
                <a:t>g.55242470_55242484del 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3B5E9D5-D1FD-95E7-CEA3-E2D6134AED2F}"/>
                </a:ext>
              </a:extLst>
            </p:cNvPr>
            <p:cNvSpPr txBox="1"/>
            <p:nvPr/>
          </p:nvSpPr>
          <p:spPr>
            <a:xfrm rot="18936829">
              <a:off x="1122021" y="1413540"/>
              <a:ext cx="491393" cy="169277"/>
            </a:xfrm>
            <a:prstGeom prst="rect">
              <a:avLst/>
            </a:prstGeom>
            <a:noFill/>
            <a:ln w="6350">
              <a:noFill/>
              <a:prstDash val="dash"/>
            </a:ln>
          </p:spPr>
          <p:txBody>
            <a:bodyPr wrap="square" lIns="36000" rIns="36000" rtlCol="0">
              <a:spAutoFit/>
            </a:bodyPr>
            <a:lstStyle/>
            <a:p>
              <a:pPr algn="ctr"/>
              <a:r>
                <a:rPr lang="en-US" sz="500" dirty="0">
                  <a:latin typeface="Arial" panose="020B0604020202020204" pitchFamily="34" charset="0"/>
                  <a:cs typeface="Arial" panose="020B0604020202020204" pitchFamily="34" charset="0"/>
                </a:rPr>
                <a:t>Transcribes to</a:t>
              </a: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4C280B47-F110-A16B-FBF1-A6849F249061}"/>
                </a:ext>
              </a:extLst>
            </p:cNvPr>
            <p:cNvSpPr/>
            <p:nvPr/>
          </p:nvSpPr>
          <p:spPr>
            <a:xfrm>
              <a:off x="4045197" y="482802"/>
              <a:ext cx="77426" cy="1692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8B92D35A-E36C-A999-6FEB-8A78245AAFE0}"/>
                </a:ext>
              </a:extLst>
            </p:cNvPr>
            <p:cNvSpPr/>
            <p:nvPr/>
          </p:nvSpPr>
          <p:spPr>
            <a:xfrm>
              <a:off x="2708078" y="820268"/>
              <a:ext cx="77426" cy="1692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2" name="Curved Connector 71">
              <a:extLst>
                <a:ext uri="{FF2B5EF4-FFF2-40B4-BE49-F238E27FC236}">
                  <a16:creationId xmlns:a16="http://schemas.microsoft.com/office/drawing/2014/main" id="{9D6C1DD4-5F03-5B59-0C67-BE4CA4B1F950}"/>
                </a:ext>
              </a:extLst>
            </p:cNvPr>
            <p:cNvCxnSpPr>
              <a:cxnSpLocks/>
              <a:stCxn id="39" idx="3"/>
              <a:endCxn id="64" idx="1"/>
            </p:cNvCxnSpPr>
            <p:nvPr/>
          </p:nvCxnSpPr>
          <p:spPr>
            <a:xfrm flipV="1">
              <a:off x="2465499" y="904868"/>
              <a:ext cx="242579" cy="337506"/>
            </a:xfrm>
            <a:prstGeom prst="curvedConnector3">
              <a:avLst/>
            </a:prstGeom>
            <a:ln>
              <a:solidFill>
                <a:srgbClr val="7D3C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6" name="Curved Connector 75">
              <a:extLst>
                <a:ext uri="{FF2B5EF4-FFF2-40B4-BE49-F238E27FC236}">
                  <a16:creationId xmlns:a16="http://schemas.microsoft.com/office/drawing/2014/main" id="{039CD442-36D9-E8F4-1240-6D20CB596C61}"/>
                </a:ext>
              </a:extLst>
            </p:cNvPr>
            <p:cNvCxnSpPr>
              <a:stCxn id="9" idx="3"/>
              <a:endCxn id="60" idx="1"/>
            </p:cNvCxnSpPr>
            <p:nvPr/>
          </p:nvCxnSpPr>
          <p:spPr>
            <a:xfrm flipV="1">
              <a:off x="3798061" y="567404"/>
              <a:ext cx="247136" cy="337505"/>
            </a:xfrm>
            <a:prstGeom prst="curvedConnector3">
              <a:avLst/>
            </a:prstGeom>
            <a:ln>
              <a:solidFill>
                <a:srgbClr val="7D3C4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40568288-5F55-E9B8-2FAC-B22BB88C4CED}"/>
                </a:ext>
              </a:extLst>
            </p:cNvPr>
            <p:cNvCxnSpPr>
              <a:stCxn id="64" idx="1"/>
              <a:endCxn id="9" idx="1"/>
            </p:cNvCxnSpPr>
            <p:nvPr/>
          </p:nvCxnSpPr>
          <p:spPr>
            <a:xfrm>
              <a:off x="2708078" y="904870"/>
              <a:ext cx="81984" cy="39"/>
            </a:xfrm>
            <a:prstGeom prst="straightConnector1">
              <a:avLst/>
            </a:prstGeom>
            <a:ln>
              <a:solidFill>
                <a:srgbClr val="7D3C46">
                  <a:alpha val="75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9FAEC6C5-E0D7-6E3A-CCF2-97FC7F3154D5}"/>
                </a:ext>
              </a:extLst>
            </p:cNvPr>
            <p:cNvSpPr txBox="1"/>
            <p:nvPr/>
          </p:nvSpPr>
          <p:spPr>
            <a:xfrm>
              <a:off x="5158812" y="2127746"/>
              <a:ext cx="1304382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36000" rIns="36000" rtlCol="0">
              <a:spAutoFit/>
            </a:bodyPr>
            <a:lstStyle/>
            <a:p>
              <a:pPr algn="ctr"/>
              <a:r>
                <a:rPr lang="en-US" sz="500" dirty="0">
                  <a:latin typeface="Arial" panose="020B0604020202020204" pitchFamily="34" charset="0"/>
                  <a:cs typeface="Arial" panose="020B0604020202020204" pitchFamily="34" charset="0"/>
                </a:rPr>
                <a:t>* for patients with non-small cell lung cancer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4C331C0-BF52-9D4F-FFF6-235B7B269563}"/>
                </a:ext>
              </a:extLst>
            </p:cNvPr>
            <p:cNvSpPr txBox="1"/>
            <p:nvPr/>
          </p:nvSpPr>
          <p:spPr>
            <a:xfrm rot="18936829">
              <a:off x="2416509" y="1096532"/>
              <a:ext cx="491393" cy="169277"/>
            </a:xfrm>
            <a:prstGeom prst="rect">
              <a:avLst/>
            </a:prstGeom>
            <a:noFill/>
            <a:ln w="6350">
              <a:noFill/>
              <a:prstDash val="dash"/>
            </a:ln>
          </p:spPr>
          <p:txBody>
            <a:bodyPr wrap="square" lIns="36000" rIns="36000" rtlCol="0">
              <a:spAutoFit/>
            </a:bodyPr>
            <a:lstStyle/>
            <a:p>
              <a:pPr algn="ctr"/>
              <a:r>
                <a:rPr lang="en-US" sz="500" dirty="0">
                  <a:latin typeface="Arial" panose="020B0604020202020204" pitchFamily="34" charset="0"/>
                  <a:cs typeface="Arial" panose="020B0604020202020204" pitchFamily="34" charset="0"/>
                </a:rPr>
                <a:t>Translates to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30DDF64-7A5F-CD22-D4E0-E6D58921ECD7}"/>
                </a:ext>
              </a:extLst>
            </p:cNvPr>
            <p:cNvSpPr txBox="1"/>
            <p:nvPr/>
          </p:nvSpPr>
          <p:spPr>
            <a:xfrm rot="18936829">
              <a:off x="3761398" y="756654"/>
              <a:ext cx="491393" cy="169277"/>
            </a:xfrm>
            <a:prstGeom prst="rect">
              <a:avLst/>
            </a:prstGeom>
            <a:noFill/>
            <a:ln w="6350">
              <a:noFill/>
              <a:prstDash val="dash"/>
            </a:ln>
          </p:spPr>
          <p:txBody>
            <a:bodyPr wrap="square" lIns="36000" rIns="36000" rtlCol="0">
              <a:spAutoFit/>
            </a:bodyPr>
            <a:lstStyle/>
            <a:p>
              <a:pPr algn="ctr"/>
              <a:r>
                <a:rPr lang="en-US" sz="500" dirty="0">
                  <a:latin typeface="Arial" panose="020B0604020202020204" pitchFamily="34" charset="0"/>
                  <a:cs typeface="Arial" panose="020B0604020202020204" pitchFamily="34" charset="0"/>
                </a:rPr>
                <a:t>Member of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DC77474-1CEB-2CD4-9022-1CD95C39004E}"/>
                </a:ext>
              </a:extLst>
            </p:cNvPr>
            <p:cNvSpPr txBox="1"/>
            <p:nvPr/>
          </p:nvSpPr>
          <p:spPr>
            <a:xfrm>
              <a:off x="3198695" y="986430"/>
              <a:ext cx="202299" cy="2126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300"/>
                </a:lnSpc>
              </a:pPr>
              <a:r>
                <a:rPr lang="en-US" sz="500" dirty="0"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  <a:p>
              <a:pPr>
                <a:lnSpc>
                  <a:spcPts val="300"/>
                </a:lnSpc>
              </a:pPr>
              <a:r>
                <a:rPr lang="en-US" sz="500" dirty="0"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  <a:p>
              <a:pPr>
                <a:lnSpc>
                  <a:spcPts val="300"/>
                </a:lnSpc>
              </a:pPr>
              <a:r>
                <a:rPr lang="en-US" sz="500" dirty="0"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CC2B168-B774-C84A-0EC4-03870DA17137}"/>
                </a:ext>
              </a:extLst>
            </p:cNvPr>
            <p:cNvSpPr txBox="1"/>
            <p:nvPr/>
          </p:nvSpPr>
          <p:spPr>
            <a:xfrm>
              <a:off x="4525479" y="654169"/>
              <a:ext cx="202299" cy="2126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300"/>
                </a:lnSpc>
              </a:pPr>
              <a:r>
                <a:rPr lang="en-US" sz="500" dirty="0"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  <a:p>
              <a:pPr>
                <a:lnSpc>
                  <a:spcPts val="300"/>
                </a:lnSpc>
              </a:pPr>
              <a:r>
                <a:rPr lang="en-US" sz="500" dirty="0"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  <a:p>
              <a:pPr>
                <a:lnSpc>
                  <a:spcPts val="300"/>
                </a:lnSpc>
              </a:pPr>
              <a:r>
                <a:rPr lang="en-US" sz="500" dirty="0"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91B1F7A-8380-D70F-6186-22DBDFDF268C}"/>
                </a:ext>
              </a:extLst>
            </p:cNvPr>
            <p:cNvSpPr txBox="1"/>
            <p:nvPr/>
          </p:nvSpPr>
          <p:spPr>
            <a:xfrm>
              <a:off x="1856693" y="1304472"/>
              <a:ext cx="202299" cy="2126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300"/>
                </a:lnSpc>
              </a:pPr>
              <a:r>
                <a:rPr lang="en-US" sz="500" dirty="0"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  <a:p>
              <a:pPr>
                <a:lnSpc>
                  <a:spcPts val="300"/>
                </a:lnSpc>
              </a:pPr>
              <a:r>
                <a:rPr lang="en-US" sz="500" dirty="0"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  <a:p>
              <a:pPr>
                <a:lnSpc>
                  <a:spcPts val="300"/>
                </a:lnSpc>
              </a:pPr>
              <a:r>
                <a:rPr lang="en-US" sz="500" dirty="0"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CB0B600-3911-A07D-9F11-BA7493E161D2}"/>
                </a:ext>
              </a:extLst>
            </p:cNvPr>
            <p:cNvSpPr txBox="1"/>
            <p:nvPr/>
          </p:nvSpPr>
          <p:spPr>
            <a:xfrm>
              <a:off x="527782" y="1727997"/>
              <a:ext cx="202299" cy="2126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300"/>
                </a:lnSpc>
              </a:pPr>
              <a:r>
                <a:rPr lang="en-US" sz="500" dirty="0"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  <a:p>
              <a:pPr>
                <a:lnSpc>
                  <a:spcPts val="300"/>
                </a:lnSpc>
              </a:pPr>
              <a:r>
                <a:rPr lang="en-US" sz="500" dirty="0"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  <a:p>
              <a:pPr>
                <a:lnSpc>
                  <a:spcPts val="300"/>
                </a:lnSpc>
              </a:pPr>
              <a:r>
                <a:rPr lang="en-US" sz="500" dirty="0"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8395556-08A7-2E3C-CD92-69C07A950366}"/>
                </a:ext>
              </a:extLst>
            </p:cNvPr>
            <p:cNvSpPr txBox="1"/>
            <p:nvPr/>
          </p:nvSpPr>
          <p:spPr>
            <a:xfrm>
              <a:off x="5852265" y="1327005"/>
              <a:ext cx="202299" cy="2126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300"/>
                </a:lnSpc>
              </a:pPr>
              <a:r>
                <a:rPr lang="en-US" sz="500" dirty="0"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  <a:p>
              <a:pPr>
                <a:lnSpc>
                  <a:spcPts val="300"/>
                </a:lnSpc>
              </a:pPr>
              <a:r>
                <a:rPr lang="en-US" sz="500" dirty="0"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  <a:p>
              <a:pPr>
                <a:lnSpc>
                  <a:spcPts val="300"/>
                </a:lnSpc>
              </a:pPr>
              <a:r>
                <a:rPr lang="en-US" sz="500" dirty="0"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23008A7-6D18-9955-F6C9-2D089C98D207}"/>
                </a:ext>
              </a:extLst>
            </p:cNvPr>
            <p:cNvSpPr txBox="1"/>
            <p:nvPr/>
          </p:nvSpPr>
          <p:spPr>
            <a:xfrm>
              <a:off x="1014926" y="482802"/>
              <a:ext cx="118000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36000" rIns="36000" rtlCol="0">
              <a:spAutoFit/>
            </a:bodyPr>
            <a:lstStyle/>
            <a:p>
              <a:pPr algn="ctr"/>
              <a:endParaRPr lang="en-US" sz="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6258CDD-EAED-39CE-6910-79C751C9142C}"/>
                </a:ext>
              </a:extLst>
            </p:cNvPr>
            <p:cNvSpPr txBox="1"/>
            <p:nvPr/>
          </p:nvSpPr>
          <p:spPr>
            <a:xfrm>
              <a:off x="1013681" y="820270"/>
              <a:ext cx="118000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36000" rIns="36000" rtlCol="0">
              <a:spAutoFit/>
            </a:bodyPr>
            <a:lstStyle/>
            <a:p>
              <a:pPr algn="ctr"/>
              <a:endParaRPr lang="en-US" sz="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925802D2-ACFF-6568-EFC3-7D5BF3BDC7E9}"/>
                </a:ext>
              </a:extLst>
            </p:cNvPr>
            <p:cNvSpPr txBox="1"/>
            <p:nvPr/>
          </p:nvSpPr>
          <p:spPr>
            <a:xfrm>
              <a:off x="1008173" y="1157735"/>
              <a:ext cx="118000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36000" rIns="36000" rtlCol="0">
              <a:spAutoFit/>
            </a:bodyPr>
            <a:lstStyle/>
            <a:p>
              <a:pPr algn="ctr"/>
              <a:endParaRPr lang="en-US" sz="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95FBBE8-67DC-94D0-620D-624714D5735D}"/>
                </a:ext>
              </a:extLst>
            </p:cNvPr>
            <p:cNvSpPr txBox="1"/>
            <p:nvPr/>
          </p:nvSpPr>
          <p:spPr>
            <a:xfrm>
              <a:off x="1014926" y="1502808"/>
              <a:ext cx="118000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36000" rIns="36000" rtlCol="0">
              <a:spAutoFit/>
            </a:bodyPr>
            <a:lstStyle/>
            <a:p>
              <a:pPr algn="ctr"/>
              <a:endParaRPr lang="en-US" sz="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0AA0BB5-0A01-DF37-6068-25A9C3A0BAEA}"/>
                </a:ext>
              </a:extLst>
            </p:cNvPr>
            <p:cNvSpPr txBox="1"/>
            <p:nvPr/>
          </p:nvSpPr>
          <p:spPr>
            <a:xfrm>
              <a:off x="1377484" y="1163833"/>
              <a:ext cx="72849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36000" rIns="36000" rtlCol="0">
              <a:spAutoFit/>
            </a:bodyPr>
            <a:lstStyle/>
            <a:p>
              <a:pPr algn="ctr"/>
              <a:endParaRPr lang="en-US" sz="5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B723BF0-6D7D-1113-AD39-49DAD6B964CF}"/>
                </a:ext>
              </a:extLst>
            </p:cNvPr>
            <p:cNvSpPr txBox="1"/>
            <p:nvPr/>
          </p:nvSpPr>
          <p:spPr>
            <a:xfrm>
              <a:off x="2714654" y="489609"/>
              <a:ext cx="72849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36000" rIns="36000" rtlCol="0">
              <a:spAutoFit/>
            </a:bodyPr>
            <a:lstStyle/>
            <a:p>
              <a:pPr algn="ctr"/>
              <a:endParaRPr lang="en-US" sz="5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002034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1403</TotalTime>
  <Words>185</Words>
  <Application>Microsoft Macintosh PowerPoint</Application>
  <PresentationFormat>Custom</PresentationFormat>
  <Paragraphs>43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Calibri</vt:lpstr>
      <vt:lpstr>Calibri Light</vt:lpstr>
      <vt:lpstr>Office 2013 - 2022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Reardon, Brendan</dc:creator>
  <cp:lastModifiedBy>Reardon, Brendan</cp:lastModifiedBy>
  <cp:revision>43</cp:revision>
  <cp:lastPrinted>2021-05-27T06:11:57Z</cp:lastPrinted>
  <dcterms:created xsi:type="dcterms:W3CDTF">2021-05-06T13:10:54Z</dcterms:created>
  <dcterms:modified xsi:type="dcterms:W3CDTF">2026-06-17T09:30:06Z</dcterms:modified>
</cp:coreProperties>
</file>